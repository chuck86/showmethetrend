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147474725" r:id="rId5"/>
  </p:sldIdLst>
  <p:sldSz cx="9144000" cy="5143500" type="screen16x9"/>
  <p:notesSz cx="6858000" cy="9144000"/>
  <p:defaultTextStyle>
    <a:defPPr>
      <a:defRPr lang="en-US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05750" indent="-285750" algn="l" defTabSz="342900" rtl="0" eaLnBrk="1" latinLnBrk="0" hangingPunct="1"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465750" indent="-285750" algn="l" defTabSz="342900" rtl="0" eaLnBrk="1" latinLnBrk="0" hangingPunct="1">
      <a:buFont typeface="+mn-lt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645750" indent="-285750" algn="l" defTabSz="342900" rtl="0" eaLnBrk="1" latinLnBrk="0" hangingPunct="1">
      <a:buFont typeface="+mn-lt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25750" indent="-285750" algn="l" defTabSz="342900" rtl="0" eaLnBrk="1" latinLnBrk="0" hangingPunct="1">
      <a:buFont typeface="+mn-lt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05750" indent="-285750" algn="l" defTabSz="342900" rtl="0" eaLnBrk="1" latinLnBrk="0" hangingPunct="1">
      <a:buFont typeface="+mn-lt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185750" indent="-285750" algn="l" defTabSz="342900" rtl="0" eaLnBrk="1" latinLnBrk="0" hangingPunct="1">
      <a:buFont typeface="+mn-lt"/>
      <a:buChar char="-"/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365750" indent="-285750" algn="l" defTabSz="342900" rtl="0" eaLnBrk="1" latinLnBrk="0" hangingPunct="1">
      <a:buFont typeface="+mn-lt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545750" indent="-285750" algn="l" defTabSz="342900" rtl="0" eaLnBrk="1" latinLnBrk="0" hangingPunct="1">
      <a:buFont typeface="+mn-lt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25A14B-30B6-DF45-A79F-5D93F59019E3}" name="Igor Kostov" initials="IK" userId="S::igor.kostov@netcetera.com::50b11a4d-e211-4ac1-bc14-013c276a9a3d" providerId="AD"/>
  <p188:author id="{066A7E8B-5897-9A3D-9B17-D13BB139BE96}" name="Angelika Seiler" initials="AS" userId="S::Angelika.Seiler@netcetera.com::872ef68b-7f44-4037-bae8-61574c272aec" providerId="AD"/>
  <p188:author id="{4972CB9A-3F7B-7FA1-41AF-05B6E5FFAE4C}" name="Micaëla Raschle Grand" initials="MRG" userId="S::Micaela.Raschle@netcetera.com::05300cdf-1bde-41f3-a2a0-ae7bc232e37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Tanja Huber" initials="TH" lastIdx="8" clrIdx="6">
    <p:extLst>
      <p:ext uri="{19B8F6BF-5375-455C-9EA6-DF929625EA0E}">
        <p15:presenceInfo xmlns:p15="http://schemas.microsoft.com/office/powerpoint/2012/main" userId="S::Tanja.Huber@netcetera.com::8f296b7a-7c6b-4dc7-8540-7097d3803d1d" providerId="AD"/>
      </p:ext>
    </p:extLst>
  </p:cmAuthor>
  <p:cmAuthor id="1" name="Adrian Heydecker" initials="AH" lastIdx="9" clrIdx="0">
    <p:extLst>
      <p:ext uri="{19B8F6BF-5375-455C-9EA6-DF929625EA0E}">
        <p15:presenceInfo xmlns:p15="http://schemas.microsoft.com/office/powerpoint/2012/main" userId="10dc176a0b53b1ab" providerId="Windows Live"/>
      </p:ext>
    </p:extLst>
  </p:cmAuthor>
  <p:cmAuthor id="2" name="Angelika Seiler" initials="AS" lastIdx="1" clrIdx="1">
    <p:extLst>
      <p:ext uri="{19B8F6BF-5375-455C-9EA6-DF929625EA0E}">
        <p15:presenceInfo xmlns:p15="http://schemas.microsoft.com/office/powerpoint/2012/main" userId="Angelika Seiler" providerId="None"/>
      </p:ext>
    </p:extLst>
  </p:cmAuthor>
  <p:cmAuthor id="3" name="Simone Imhof" initials="SI" lastIdx="31" clrIdx="2">
    <p:extLst>
      <p:ext uri="{19B8F6BF-5375-455C-9EA6-DF929625EA0E}">
        <p15:presenceInfo xmlns:p15="http://schemas.microsoft.com/office/powerpoint/2012/main" userId="Simone Imhof" providerId="None"/>
      </p:ext>
    </p:extLst>
  </p:cmAuthor>
  <p:cmAuthor id="4" name="Simone Imhof" initials="SI [2]" lastIdx="1" clrIdx="3">
    <p:extLst>
      <p:ext uri="{19B8F6BF-5375-455C-9EA6-DF929625EA0E}">
        <p15:presenceInfo xmlns:p15="http://schemas.microsoft.com/office/powerpoint/2012/main" userId="S::Simone.Imhof@netcetera.com::7187ca61-66c4-4a7c-b551-f3bde0163688" providerId="AD"/>
      </p:ext>
    </p:extLst>
  </p:cmAuthor>
  <p:cmAuthor id="5" name="Priska Forrer" initials="PF" lastIdx="12" clrIdx="4">
    <p:extLst>
      <p:ext uri="{19B8F6BF-5375-455C-9EA6-DF929625EA0E}">
        <p15:presenceInfo xmlns:p15="http://schemas.microsoft.com/office/powerpoint/2012/main" userId="S::Priska.Forrer@netcetera.com::5043ce2c-8941-4317-b81f-0237bb8463be" providerId="AD"/>
      </p:ext>
    </p:extLst>
  </p:cmAuthor>
  <p:cmAuthor id="6" name="Alexandra Voit" initials="AV" lastIdx="6" clrIdx="5">
    <p:extLst>
      <p:ext uri="{19B8F6BF-5375-455C-9EA6-DF929625EA0E}">
        <p15:presenceInfo xmlns:p15="http://schemas.microsoft.com/office/powerpoint/2012/main" userId="S::alexandra.voit@netcetera.com::c128a768-92b6-4868-854f-925d06ed574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167"/>
    <a:srgbClr val="E1A6B4"/>
    <a:srgbClr val="007647"/>
    <a:srgbClr val="DA4162"/>
    <a:srgbClr val="C4EBC3"/>
    <a:srgbClr val="3B5767"/>
    <a:srgbClr val="647A86"/>
    <a:srgbClr val="939598"/>
    <a:srgbClr val="01A4DC"/>
    <a:srgbClr val="04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2DA3CAF-F7C7-4F4A-BBF1-E636031D61FC}">
  <a:tblStyle styleId="{62DA3CAF-F7C7-4F4A-BBF1-E636031D61FC}" styleName="NCA 2017 Style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dk1">
                  <a:tint val="45000"/>
                </a:schemeClr>
              </a:solidFill>
            </a:ln>
          </a:left>
          <a:right>
            <a:ln w="0" cmpd="sng">
              <a:solidFill>
                <a:schemeClr val="dk1">
                  <a:tint val="40000"/>
                </a:schemeClr>
              </a:solidFill>
            </a:ln>
          </a:right>
          <a:top>
            <a:ln w="0" cmpd="sng">
              <a:solidFill>
                <a:schemeClr val="dk1">
                  <a:tint val="40000"/>
                </a:schemeClr>
              </a:solidFill>
            </a:ln>
          </a:top>
          <a:bottom>
            <a:ln w="6350" cmpd="sng">
              <a:solidFill>
                <a:schemeClr val="dk1">
                  <a:tint val="40000"/>
                </a:schemeClr>
              </a:solidFill>
            </a:ln>
          </a:bottom>
          <a:insideH>
            <a:ln w="6350" cmpd="sng">
              <a:solidFill>
                <a:schemeClr val="dk1">
                  <a:tint val="40000"/>
                </a:schemeClr>
              </a:solidFill>
            </a:ln>
          </a:insideH>
          <a:insideV>
            <a:ln w="0" cmpd="sng">
              <a:solidFill>
                <a:schemeClr val="dk1">
                  <a:tint val="40000"/>
                </a:schemeClr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8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8000"/>
            </a:schemeClr>
          </a:solidFill>
        </a:fill>
      </a:tcStyle>
    </a:band1V>
    <a:band2V>
      <a:tcStyle>
        <a:tcBdr/>
      </a:tcStyle>
    </a:band2V>
    <a:lastCol>
      <a:tcTxStyle>
        <a:fontRef idx="maj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lt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>
        <a:fontRef idx="major">
          <a:prstClr val="black"/>
        </a:fontRef>
        <a:schemeClr val="lt1"/>
      </a:tcTxStyle>
      <a:tcStyle>
        <a:tcBdr>
          <a:insideV>
            <a:ln w="0" cmpd="sng">
              <a:solidFill>
                <a:schemeClr val="accent1">
                  <a:tint val="80000"/>
                </a:schemeClr>
              </a:solidFill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 autoAdjust="0"/>
    <p:restoredTop sz="80959" autoAdjust="0"/>
  </p:normalViewPr>
  <p:slideViewPr>
    <p:cSldViewPr snapToGrid="0" showGuides="1">
      <p:cViewPr varScale="1">
        <p:scale>
          <a:sx n="136" d="100"/>
          <a:sy n="136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4" d="100"/>
          <a:sy n="94" d="100"/>
        </p:scale>
        <p:origin x="274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894AA-2389-4263-AF0F-332A85971B61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8790C-F090-47DB-A715-88DBDE67F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153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49882-E753-4F55-A9D1-33BB6B44E1C3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15E9F1-9D4A-42DA-98DF-21F40EAA3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78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5E9F1-9D4A-42DA-98DF-21F40EAA3B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82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sv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.sv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sv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9EDAC8-EE88-A706-4B28-3FB5D51146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1" cy="5143500"/>
          </a:xfrm>
          <a:prstGeom prst="rect">
            <a:avLst/>
          </a:prstGeom>
        </p:spPr>
      </p:pic>
      <p:pic>
        <p:nvPicPr>
          <p:cNvPr id="7" name="G+D NCA Logo">
            <a:extLst>
              <a:ext uri="{FF2B5EF4-FFF2-40B4-BE49-F238E27FC236}">
                <a16:creationId xmlns:a16="http://schemas.microsoft.com/office/drawing/2014/main" id="{606CC0A1-2A3C-F5FD-FBC5-387CFDE10B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9388" y="4816478"/>
            <a:ext cx="1224000" cy="184849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C5D445FD-C373-4AE1-BF25-A13B1D6F0BE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203324"/>
            <a:ext cx="5638588" cy="1592921"/>
          </a:xfrm>
          <a:noFill/>
        </p:spPr>
        <p:txBody>
          <a:bodyPr lIns="0" rIns="0" anchor="b">
            <a:noAutofit/>
          </a:bodyPr>
          <a:lstStyle>
            <a:lvl1pPr algn="l">
              <a:lnSpc>
                <a:spcPct val="11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</a:t>
            </a:r>
            <a:br>
              <a:rPr lang="en-US" noProof="0"/>
            </a:br>
            <a:r>
              <a:rPr lang="en-US" noProof="0"/>
              <a:t>ARIAL, 40 PT.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E1CBAA20-0E63-7C3D-41FE-447BD1543C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9" y="2890332"/>
            <a:ext cx="5638588" cy="843468"/>
          </a:xfrm>
          <a:noFill/>
        </p:spPr>
        <p:txBody>
          <a:bodyPr lIns="0" rIns="0">
            <a:noAutofit/>
          </a:bodyPr>
          <a:lstStyle>
            <a:lvl1pPr marL="0" indent="0" algn="l">
              <a:lnSpc>
                <a:spcPct val="110000"/>
              </a:lnSpc>
              <a:buNone/>
              <a:defRPr sz="2200">
                <a:solidFill>
                  <a:schemeClr val="bg1"/>
                </a:solidFill>
              </a:defRPr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35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en-US" noProof="0"/>
              <a:t>Subline Arial, 22 pt.</a:t>
            </a:r>
          </a:p>
        </p:txBody>
      </p:sp>
      <p:sp>
        <p:nvSpPr>
          <p:cNvPr id="9" name="Textplatzhalter 49">
            <a:extLst>
              <a:ext uri="{FF2B5EF4-FFF2-40B4-BE49-F238E27FC236}">
                <a16:creationId xmlns:a16="http://schemas.microsoft.com/office/drawing/2014/main" id="{F74B597B-AB0A-6A50-01F9-D8EABC425C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3874638"/>
            <a:ext cx="2716002" cy="744538"/>
          </a:xfrm>
        </p:spPr>
        <p:txBody>
          <a:bodyPr l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 noProof="0"/>
              <a:t>Department</a:t>
            </a:r>
          </a:p>
          <a:p>
            <a:pPr lvl="0"/>
            <a:r>
              <a:rPr lang="en-US" noProof="0"/>
              <a:t>Author</a:t>
            </a:r>
          </a:p>
          <a:p>
            <a:pPr lvl="0"/>
            <a:r>
              <a:rPr lang="en-US" noProof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397641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30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EFA534-2C37-8CF8-ED2C-A07242F7D5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910B22EC-79D6-6212-9F48-2B688838CF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42266" y="4752000"/>
            <a:ext cx="419867" cy="266400"/>
          </a:xfrm>
        </p:spPr>
        <p:txBody>
          <a:bodyPr/>
          <a:lstStyle/>
          <a:p>
            <a:fld id="{E1D3847D-0559-48C4-894F-E12326BFB22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5" name="G+D NCA Logo">
            <a:extLst>
              <a:ext uri="{FF2B5EF4-FFF2-40B4-BE49-F238E27FC236}">
                <a16:creationId xmlns:a16="http://schemas.microsoft.com/office/drawing/2014/main" id="{85AAEB9D-9FF9-9D8A-FB0A-2C907E2A93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867" y="4833549"/>
            <a:ext cx="1224000" cy="18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7863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3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EFA534-2C37-8CF8-ED2C-A07242F7D5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910B22EC-79D6-6212-9F48-2B688838CF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42266" y="4752000"/>
            <a:ext cx="419867" cy="266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D3847D-0559-48C4-894F-E12326BFB226}" type="slidenum">
              <a:rPr lang="mk-MK" smtClean="0"/>
              <a:pPr/>
              <a:t>‹#›</a:t>
            </a:fld>
            <a:endParaRPr lang="mk-MK"/>
          </a:p>
        </p:txBody>
      </p:sp>
      <p:pic>
        <p:nvPicPr>
          <p:cNvPr id="2" name="G+D NCA Logo">
            <a:extLst>
              <a:ext uri="{FF2B5EF4-FFF2-40B4-BE49-F238E27FC236}">
                <a16:creationId xmlns:a16="http://schemas.microsoft.com/office/drawing/2014/main" id="{FF5D8888-D96B-AAF5-4273-6736CF9FD1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867" y="4834826"/>
            <a:ext cx="1224000" cy="1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278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30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0 years NC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D45E252-29AC-2846-144C-0A1D84F93E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lide Number Placeholder 7" hidden="1">
            <a:extLst>
              <a:ext uri="{FF2B5EF4-FFF2-40B4-BE49-F238E27FC236}">
                <a16:creationId xmlns:a16="http://schemas.microsoft.com/office/drawing/2014/main" id="{910B22EC-79D6-6212-9F48-2B688838CF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42266" y="4752000"/>
            <a:ext cx="419867" cy="266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D3847D-0559-48C4-894F-E12326BFB226}" type="slidenum">
              <a:rPr lang="mk-MK" smtClean="0"/>
              <a:pPr/>
              <a:t>‹#›</a:t>
            </a:fld>
            <a:endParaRPr lang="mk-MK"/>
          </a:p>
        </p:txBody>
      </p:sp>
      <p:pic>
        <p:nvPicPr>
          <p:cNvPr id="2" name="G+D NCA Logo" hidden="1">
            <a:extLst>
              <a:ext uri="{FF2B5EF4-FFF2-40B4-BE49-F238E27FC236}">
                <a16:creationId xmlns:a16="http://schemas.microsoft.com/office/drawing/2014/main" id="{FF5D8888-D96B-AAF5-4273-6736CF9FD1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867" y="4834826"/>
            <a:ext cx="1224000" cy="1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210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30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A28C03C2-BB3C-8FBB-FB18-FFD972817D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571999" cy="514350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0" tIns="288000" rIns="360000" bIns="288000" numCol="1" spcCol="360000" rtlCol="0" anchor="ctr">
            <a:noAutofit/>
          </a:bodyPr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pic>
        <p:nvPicPr>
          <p:cNvPr id="5" name="G+D NCA Logo">
            <a:extLst>
              <a:ext uri="{FF2B5EF4-FFF2-40B4-BE49-F238E27FC236}">
                <a16:creationId xmlns:a16="http://schemas.microsoft.com/office/drawing/2014/main" id="{033230C1-9288-7C2E-32FE-DF812EFEA5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67" y="4833551"/>
            <a:ext cx="1224000" cy="18484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433" y="1255362"/>
            <a:ext cx="3932287" cy="3187853"/>
          </a:xfrm>
          <a:prstGeom prst="rect">
            <a:avLst/>
          </a:prstGeom>
        </p:spPr>
        <p:txBody>
          <a:bodyPr/>
          <a:lstStyle>
            <a:lvl1pPr marL="180000" indent="-180000">
              <a:spcBef>
                <a:spcPts val="1200"/>
              </a:spcBef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  <a:lvl2pPr marL="180000" indent="-180000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75000"/>
                  </a:schemeClr>
                </a:solidFill>
              </a:defRPr>
            </a:lvl2pPr>
            <a:lvl3pPr marL="360000" indent="-180000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360000" indent="-180000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75000"/>
                  </a:schemeClr>
                </a:solidFill>
              </a:defRPr>
            </a:lvl4pPr>
            <a:lvl5pPr marL="540000" indent="-180000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D3847D-0559-48C4-894F-E12326BFB2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FF8B179A-608C-4091-95BC-3DBE7FE686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71802" y="2125402"/>
            <a:ext cx="3713845" cy="430994"/>
          </a:xfrm>
          <a:prstGeom prst="rect">
            <a:avLst/>
          </a:prstGeom>
        </p:spPr>
        <p:txBody>
          <a:bodyPr tIns="10800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600" b="0" baseline="0">
                <a:solidFill>
                  <a:srgbClr val="FFFFFF"/>
                </a:solidFill>
                <a:effectLst>
                  <a:glow rad="25400">
                    <a:schemeClr val="tx1">
                      <a:alpha val="15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9E77A49-B094-A4AA-DF7C-6653CE89B50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4" name="Titelplatzhalter 1">
            <a:extLst>
              <a:ext uri="{FF2B5EF4-FFF2-40B4-BE49-F238E27FC236}">
                <a16:creationId xmlns:a16="http://schemas.microsoft.com/office/drawing/2014/main" id="{D508EC79-4C53-3EC4-CCB1-EA7F0CB9EA4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71802" y="1255362"/>
            <a:ext cx="3713845" cy="712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75789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40" userDrawn="1">
          <p15:clr>
            <a:srgbClr val="FBAE40"/>
          </p15:clr>
        </p15:guide>
        <p15:guide id="2" pos="54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31888"/>
            <a:ext cx="8244841" cy="356393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tabLst>
                <a:tab pos="176213" algn="l"/>
              </a:tabLst>
              <a:defRPr/>
            </a:lvl1pPr>
            <a:lvl2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2pPr>
            <a:lvl3pPr marL="52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3pPr>
            <a:lvl4pPr marL="70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4pPr>
            <a:lvl5pPr marL="88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D3847D-0559-48C4-894F-E12326BFB2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0A2A4F-7A2F-CD93-5800-41F608170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37166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457199" y="1131888"/>
            <a:ext cx="8237221" cy="35639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Clr>
                <a:schemeClr val="accent2"/>
              </a:buClr>
              <a:buFont typeface="Wingdings" panose="05000000000000000000" pitchFamily="2" charset="2"/>
              <a:buNone/>
              <a:defRPr/>
            </a:lvl1pPr>
            <a:lvl2pPr marL="52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2pPr>
            <a:lvl3pPr marL="70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3pPr>
            <a:lvl4pPr marL="88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4pPr>
            <a:lvl5pPr marL="106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C033C6-2059-D4BB-827E-07B9971D6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53808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entere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472439" y="1131888"/>
            <a:ext cx="8214361" cy="3563937"/>
          </a:xfrm>
        </p:spPr>
        <p:txBody>
          <a:bodyPr anchor="ctr"/>
          <a:lstStyle>
            <a:lvl1pPr marL="0" indent="0" algn="ctr">
              <a:spcBef>
                <a:spcPts val="1800"/>
              </a:spcBef>
              <a:buFontTx/>
              <a:buNone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ctr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  <a:defRPr kumimoji="0" lang="en-US" sz="1400" b="0" i="0" u="none" strike="noStrike" kern="1200" cap="none" spc="-20" normalizeH="0" baseline="0" dirty="0" smtClean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  <a:defRPr kumimoji="0" lang="en-US" sz="1400" b="0" i="0" u="none" strike="noStrike" kern="1200" cap="none" spc="-20" normalizeH="0" baseline="0" dirty="0" smtClean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  <a:defRPr kumimoji="0" lang="en-US" sz="1400" b="0" i="0" u="none" strike="noStrike" kern="1200" cap="none" spc="-20" normalizeH="0" baseline="0" dirty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886875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3847D-0559-48C4-894F-E12326BFB2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noProof="0"/>
              <a:t> 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199" y="1131888"/>
            <a:ext cx="4006799" cy="356393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tabLst>
                <a:tab pos="176213" algn="l"/>
              </a:tabLst>
              <a:defRPr/>
            </a:lvl1pPr>
            <a:lvl2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2pPr>
            <a:lvl3pPr marL="52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3pPr>
            <a:lvl4pPr marL="70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4pPr>
            <a:lvl5pPr marL="88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2"/>
          </p:nvPr>
        </p:nvSpPr>
        <p:spPr>
          <a:xfrm>
            <a:off x="4680004" y="1131888"/>
            <a:ext cx="4006797" cy="356393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tabLst>
                <a:tab pos="176213" algn="l"/>
              </a:tabLst>
              <a:defRPr/>
            </a:lvl1pPr>
            <a:lvl2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2pPr>
            <a:lvl3pPr marL="52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3pPr>
            <a:lvl4pPr marL="70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4pPr>
            <a:lvl5pPr marL="88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C7479A-63C9-AB56-AD3E-125D8378C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15985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3847D-0559-48C4-894F-E12326BFB2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noProof="0"/>
              <a:t> </a:t>
            </a:r>
          </a:p>
        </p:txBody>
      </p:sp>
      <p:sp>
        <p:nvSpPr>
          <p:cNvPr id="7" name="Subtitle 1"/>
          <p:cNvSpPr>
            <a:spLocks noGrp="1"/>
          </p:cNvSpPr>
          <p:nvPr>
            <p:ph type="subTitle" idx="13" hasCustomPrompt="1"/>
          </p:nvPr>
        </p:nvSpPr>
        <p:spPr>
          <a:xfrm>
            <a:off x="457200" y="1021824"/>
            <a:ext cx="8229600" cy="303470"/>
          </a:xfrm>
          <a:prstGeom prst="rect">
            <a:avLst/>
          </a:prstGeom>
          <a:effectLst/>
        </p:spPr>
        <p:txBody>
          <a:bodyPr t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600" b="0" baseline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574800"/>
            <a:ext cx="4006798" cy="31210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tabLst>
                <a:tab pos="176213" algn="l"/>
              </a:tabLst>
              <a:defRPr/>
            </a:lvl1pPr>
            <a:lvl2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2pPr>
            <a:lvl3pPr marL="52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3pPr>
            <a:lvl4pPr marL="70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4pPr>
            <a:lvl5pPr marL="88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2"/>
          </p:nvPr>
        </p:nvSpPr>
        <p:spPr>
          <a:xfrm>
            <a:off x="4680613" y="1574800"/>
            <a:ext cx="4006187" cy="31210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tabLst>
                <a:tab pos="176213" algn="l"/>
              </a:tabLst>
              <a:defRPr/>
            </a:lvl1pPr>
            <a:lvl2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2pPr>
            <a:lvl3pPr marL="52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3pPr>
            <a:lvl4pPr marL="70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4pPr>
            <a:lvl5pPr marL="88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92A12D6-6226-59B1-B645-4D765D809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15057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3847D-0559-48C4-894F-E12326BFB2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noProof="0"/>
              <a:t> 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64820" y="1131888"/>
            <a:ext cx="3999178" cy="356393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tabLst>
                <a:tab pos="176213" algn="l"/>
              </a:tabLst>
              <a:defRPr/>
            </a:lvl1pPr>
            <a:lvl2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2pPr>
            <a:lvl3pPr marL="52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3pPr>
            <a:lvl4pPr marL="70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4pPr>
            <a:lvl5pPr marL="88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625340" y="1131887"/>
            <a:ext cx="4053841" cy="3563937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288C9E-DF45-FA3F-705E-287B4C003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47723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right,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3847D-0559-48C4-894F-E12326BFB2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noProof="0"/>
              <a:t> 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680613" y="1130400"/>
            <a:ext cx="4284000" cy="356393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tabLst>
                <a:tab pos="176213" algn="l"/>
              </a:tabLst>
              <a:defRPr/>
            </a:lvl1pPr>
            <a:lvl2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2pPr>
            <a:lvl3pPr marL="52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3pPr>
            <a:lvl4pPr marL="70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4pPr>
            <a:lvl5pPr marL="88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131888"/>
            <a:ext cx="4463999" cy="3563937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094A174-B3B4-1166-A3CA-5214F5EED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19615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D3847D-0559-48C4-894F-E12326BFB22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3" name="G+D NCA Logo">
            <a:extLst>
              <a:ext uri="{FF2B5EF4-FFF2-40B4-BE49-F238E27FC236}">
                <a16:creationId xmlns:a16="http://schemas.microsoft.com/office/drawing/2014/main" id="{9F1253C8-DAD5-50DD-32D7-286D8A5584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67" y="4833551"/>
            <a:ext cx="1224000" cy="184849"/>
          </a:xfrm>
          <a:prstGeom prst="rect">
            <a:avLst/>
          </a:prstGeom>
        </p:spPr>
      </p:pic>
      <p:sp>
        <p:nvSpPr>
          <p:cNvPr id="11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539750" y="2130701"/>
            <a:ext cx="8064499" cy="441050"/>
          </a:xfrm>
          <a:prstGeom prst="rect">
            <a:avLst/>
          </a:prstGeom>
          <a:effectLst/>
        </p:spPr>
        <p:txBody>
          <a:bodyPr tIns="10800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baseline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12" name="Title 9"/>
          <p:cNvSpPr>
            <a:spLocks noGrp="1"/>
          </p:cNvSpPr>
          <p:nvPr>
            <p:ph type="ctrTitle" hasCustomPrompt="1"/>
          </p:nvPr>
        </p:nvSpPr>
        <p:spPr>
          <a:xfrm>
            <a:off x="539749" y="1131888"/>
            <a:ext cx="8064499" cy="998813"/>
          </a:xfrm>
          <a:prstGeom prst="rect">
            <a:avLst/>
          </a:prstGeom>
          <a:noFill/>
          <a:effectLst/>
        </p:spPr>
        <p:txBody>
          <a:bodyPr bIns="216000"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Agenda chapter: 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59941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40">
          <p15:clr>
            <a:srgbClr val="FBAE40"/>
          </p15:clr>
        </p15:guide>
        <p15:guide id="2" pos="54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D3847D-0559-48C4-894F-E12326BFB226}" type="slidenum">
              <a:rPr lang="mk-MK" smtClean="0"/>
              <a:pPr/>
              <a:t>‹#›</a:t>
            </a:fld>
            <a:endParaRPr lang="mk-MK"/>
          </a:p>
        </p:txBody>
      </p:sp>
      <p:sp>
        <p:nvSpPr>
          <p:cNvPr id="11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539750" y="2130701"/>
            <a:ext cx="8064499" cy="441050"/>
          </a:xfrm>
          <a:prstGeom prst="rect">
            <a:avLst/>
          </a:prstGeom>
          <a:effectLst/>
        </p:spPr>
        <p:txBody>
          <a:bodyPr tIns="10800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baseline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12" name="Title 9"/>
          <p:cNvSpPr>
            <a:spLocks noGrp="1"/>
          </p:cNvSpPr>
          <p:nvPr>
            <p:ph type="ctrTitle" hasCustomPrompt="1"/>
          </p:nvPr>
        </p:nvSpPr>
        <p:spPr>
          <a:xfrm>
            <a:off x="539749" y="1131888"/>
            <a:ext cx="8064499" cy="998813"/>
          </a:xfrm>
          <a:prstGeom prst="rect">
            <a:avLst/>
          </a:prstGeom>
          <a:noFill/>
          <a:effectLst/>
        </p:spPr>
        <p:txBody>
          <a:bodyPr bIns="216000"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Agenda chapter: Click to add title</a:t>
            </a:r>
          </a:p>
        </p:txBody>
      </p:sp>
      <p:pic>
        <p:nvPicPr>
          <p:cNvPr id="2" name="G+D NCA Logo">
            <a:extLst>
              <a:ext uri="{FF2B5EF4-FFF2-40B4-BE49-F238E27FC236}">
                <a16:creationId xmlns:a16="http://schemas.microsoft.com/office/drawing/2014/main" id="{EE0D1461-2E5F-B845-667B-6F8135FC4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67" y="4833551"/>
            <a:ext cx="1224000" cy="1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233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40">
          <p15:clr>
            <a:srgbClr val="FBAE40"/>
          </p15:clr>
        </p15:guide>
        <p15:guide id="2" pos="54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EA8AC-1F71-F26A-7CBE-68AA1427F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772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Shadowed Colo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F2688A-9722-9314-0B01-BE7A92B5FC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" y="1026056"/>
            <a:ext cx="9144001" cy="3669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400" spc="-2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CH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D3847D-0559-48C4-894F-E12326BFB226}" type="slidenum">
              <a:rPr lang="mk-MK" smtClean="0"/>
              <a:pPr/>
              <a:t>‹#›</a:t>
            </a:fld>
            <a:endParaRPr lang="mk-MK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ED731E8B-5E4F-3EB8-4BA3-3342CC82459C}"/>
              </a:ext>
            </a:extLst>
          </p:cNvPr>
          <p:cNvSpPr/>
          <p:nvPr userDrawn="1"/>
        </p:nvSpPr>
        <p:spPr>
          <a:xfrm>
            <a:off x="0" y="4596469"/>
            <a:ext cx="9144001" cy="99356"/>
          </a:xfrm>
          <a:prstGeom prst="flowChartProcess">
            <a:avLst/>
          </a:prstGeom>
          <a:gradFill flip="none" rotWithShape="1">
            <a:gsLst>
              <a:gs pos="38000">
                <a:srgbClr val="5A5A5D">
                  <a:alpha val="10000"/>
                </a:srgbClr>
              </a:gs>
              <a:gs pos="0">
                <a:schemeClr val="tx2">
                  <a:alpha val="35000"/>
                </a:schemeClr>
              </a:gs>
              <a:gs pos="80000">
                <a:schemeClr val="tx2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spc="-20">
              <a:solidFill>
                <a:srgbClr val="FFFFFF"/>
              </a:solidFill>
            </a:endParaRP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658F9343-7A02-BC03-C806-7080D593D17B}"/>
              </a:ext>
            </a:extLst>
          </p:cNvPr>
          <p:cNvSpPr/>
          <p:nvPr userDrawn="1"/>
        </p:nvSpPr>
        <p:spPr>
          <a:xfrm>
            <a:off x="0" y="1026056"/>
            <a:ext cx="9144001" cy="99356"/>
          </a:xfrm>
          <a:prstGeom prst="flowChartProcess">
            <a:avLst/>
          </a:prstGeom>
          <a:gradFill flip="none" rotWithShape="1">
            <a:gsLst>
              <a:gs pos="38000">
                <a:srgbClr val="5A5A5D">
                  <a:alpha val="10000"/>
                </a:srgbClr>
              </a:gs>
              <a:gs pos="0">
                <a:schemeClr val="tx2">
                  <a:alpha val="35000"/>
                </a:schemeClr>
              </a:gs>
              <a:gs pos="8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spc="-20">
              <a:solidFill>
                <a:srgbClr val="FFFFFF"/>
              </a:solidFill>
            </a:endParaRPr>
          </a:p>
        </p:txBody>
      </p:sp>
      <p:pic>
        <p:nvPicPr>
          <p:cNvPr id="11" name="G+D NCA Logo">
            <a:extLst>
              <a:ext uri="{FF2B5EF4-FFF2-40B4-BE49-F238E27FC236}">
                <a16:creationId xmlns:a16="http://schemas.microsoft.com/office/drawing/2014/main" id="{B7FC9CF9-3C40-9ABB-895E-8A81163448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0000" y="4834826"/>
            <a:ext cx="1224000" cy="18484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B57D6EB-F38B-BFDC-8755-91E6842BD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944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Half Colo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C31DB39-CB5A-C3F5-35EE-3199E68F4BF9}"/>
              </a:ext>
            </a:extLst>
          </p:cNvPr>
          <p:cNvSpPr/>
          <p:nvPr userDrawn="1"/>
        </p:nvSpPr>
        <p:spPr>
          <a:xfrm>
            <a:off x="0" y="257175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CH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D3847D-0559-48C4-894F-E12326BFB226}" type="slidenum">
              <a:rPr lang="mk-MK" smtClean="0"/>
              <a:pPr/>
              <a:t>‹#›</a:t>
            </a:fld>
            <a:endParaRPr lang="mk-MK"/>
          </a:p>
        </p:txBody>
      </p:sp>
      <p:pic>
        <p:nvPicPr>
          <p:cNvPr id="2" name="G+D NCA Logo">
            <a:extLst>
              <a:ext uri="{FF2B5EF4-FFF2-40B4-BE49-F238E27FC236}">
                <a16:creationId xmlns:a16="http://schemas.microsoft.com/office/drawing/2014/main" id="{94012B07-BC29-ECAF-E7AD-6AAD392799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0000" y="4833551"/>
            <a:ext cx="1224000" cy="18484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BBAC63-23BE-E40B-2EA5-468F53598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3316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Colo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CH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78B6B5C-7652-0AAC-DCFC-B581A7A58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1963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457199" y="834367"/>
            <a:ext cx="8237221" cy="303470"/>
          </a:xfrm>
          <a:prstGeom prst="rect">
            <a:avLst/>
          </a:prstGeom>
          <a:effectLst/>
        </p:spPr>
        <p:txBody>
          <a:bodyPr t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tx1"/>
                </a:solidFill>
                <a:effectLst/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1CE781-8609-E75A-100A-DF4EF9C3F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173904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143500"/>
          </a:xfrm>
          <a:blipFill>
            <a:blip r:embed="rId2"/>
            <a:tile tx="0" ty="44450" sx="60000" sy="60000" flip="none" algn="ctr"/>
          </a:blipFill>
        </p:spPr>
        <p:txBody>
          <a:bodyPr bIns="1029600" anchor="ctr" anchorCtr="0"/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kumimoji="0" lang="en-US" sz="2000" b="0" i="0" u="none" strike="noStrike" kern="1200" cap="none" spc="-2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sz="2000"/>
            </a:lvl2pPr>
            <a:lvl3pPr>
              <a:defRPr sz="2200"/>
            </a:lvl3pPr>
          </a:lstStyle>
          <a:p>
            <a:r>
              <a:rPr lang="en-US" noProof="0"/>
              <a:t>Drag and drop images to this grey area. The image will be automatically cropped, but you can adapt the cropping by using the image crop tools after pasting. Use “Arrange -&gt; Send to back” if text in foreground is hidden. Alternatively you can try copy and pasting of images, but this might not work for sure.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542266" y="4752000"/>
            <a:ext cx="419867" cy="2664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670050" y="4752000"/>
            <a:ext cx="5810250" cy="2664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0" y="0"/>
            <a:ext cx="9144000" cy="1911984"/>
          </a:xfrm>
          <a:prstGeom prst="rect">
            <a:avLst/>
          </a:prstGeom>
          <a:gradFill>
            <a:gsLst>
              <a:gs pos="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effectLst/>
        </p:spPr>
        <p:txBody>
          <a:bodyPr lIns="180000" tIns="1058400" rIns="18000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noProof="0" dirty="0">
                <a:solidFill>
                  <a:schemeClr val="bg1"/>
                </a:solidFill>
                <a:effectLst>
                  <a:glow rad="25400">
                    <a:schemeClr val="tx1">
                      <a:alpha val="15000"/>
                    </a:schemeClr>
                  </a:glo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algn="l" defTabSz="3429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noProof="0"/>
              <a:t>Click to add subtitle</a:t>
            </a:r>
          </a:p>
        </p:txBody>
      </p:sp>
      <p:pic>
        <p:nvPicPr>
          <p:cNvPr id="2" name="G+D NCA Logo">
            <a:extLst>
              <a:ext uri="{FF2B5EF4-FFF2-40B4-BE49-F238E27FC236}">
                <a16:creationId xmlns:a16="http://schemas.microsoft.com/office/drawing/2014/main" id="{7B0FA4DA-23C2-FBDF-7350-3CA632D899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443" y="4834826"/>
            <a:ext cx="1224000" cy="18484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D668913-EAC9-5EF4-14CD-D451BE7DC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025572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+D NCA Logo">
            <a:extLst>
              <a:ext uri="{FF2B5EF4-FFF2-40B4-BE49-F238E27FC236}">
                <a16:creationId xmlns:a16="http://schemas.microsoft.com/office/drawing/2014/main" id="{EF1E02A5-6C33-3716-9960-1D3865BC0A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67" y="4833549"/>
            <a:ext cx="1224000" cy="18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1193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78555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1" hidden="1"/>
          <p:cNvSpPr>
            <a:spLocks noGrp="1"/>
          </p:cNvSpPr>
          <p:nvPr>
            <p:ph type="subTitle" idx="1" hasCustomPrompt="1"/>
          </p:nvPr>
        </p:nvSpPr>
        <p:spPr>
          <a:xfrm>
            <a:off x="623887" y="2130701"/>
            <a:ext cx="7886701" cy="441050"/>
          </a:xfrm>
          <a:prstGeom prst="rect">
            <a:avLst/>
          </a:prstGeom>
          <a:effectLst/>
        </p:spPr>
        <p:txBody>
          <a:bodyPr tIns="10800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600" b="0" baseline="0">
                <a:solidFill>
                  <a:srgbClr val="FFFFFF"/>
                </a:solidFill>
                <a:effectLst>
                  <a:outerShdw blurRad="101600" algn="ctr" rotWithShape="0">
                    <a:prstClr val="black">
                      <a:alpha val="10000"/>
                    </a:prstClr>
                  </a:outerShdw>
                </a:effectLst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D3847D-0559-48C4-894F-E12326BFB226}" type="slidenum">
              <a:rPr lang="mk-MK" smtClean="0"/>
              <a:pPr/>
              <a:t>‹#›</a:t>
            </a:fld>
            <a:endParaRPr lang="mk-MK"/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EC1F04FC-12E5-4091-AA3A-6184FEAD2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1131888"/>
            <a:ext cx="7886700" cy="99881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bIns="216000" anchor="b" anchorCtr="0">
            <a:noAutofit/>
          </a:bodyPr>
          <a:lstStyle>
            <a:lvl1pPr algn="l">
              <a:lnSpc>
                <a:spcPct val="100000"/>
              </a:lnSpc>
              <a:defRPr sz="2400" baseline="0">
                <a:solidFill>
                  <a:schemeClr val="accent2"/>
                </a:solidFill>
                <a:effectLst>
                  <a:outerShdw blurRad="101600" algn="ctr" rotWithShape="0">
                    <a:schemeClr val="tx1">
                      <a:alpha val="1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pic>
        <p:nvPicPr>
          <p:cNvPr id="3" name="G+D NCA Logo">
            <a:extLst>
              <a:ext uri="{FF2B5EF4-FFF2-40B4-BE49-F238E27FC236}">
                <a16:creationId xmlns:a16="http://schemas.microsoft.com/office/drawing/2014/main" id="{105DA196-D964-1EB9-6585-2EC1DB30DC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67" y="4833551"/>
            <a:ext cx="1224000" cy="1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5588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Title and sub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Date and Author"/>
          <p:cNvSpPr>
            <a:spLocks noGrp="1"/>
          </p:cNvSpPr>
          <p:nvPr>
            <p:ph type="body" sz="quarter" idx="14" hasCustomPrompt="1"/>
          </p:nvPr>
        </p:nvSpPr>
        <p:spPr>
          <a:xfrm>
            <a:off x="623886" y="4227513"/>
            <a:ext cx="7886701" cy="368299"/>
          </a:xfrm>
          <a:prstGeom prst="rect">
            <a:avLst/>
          </a:prstGeom>
          <a:noFill/>
        </p:spPr>
        <p:txBody>
          <a:bodyPr lIns="0" tIns="0" rIns="0" bIns="0" rtlCol="0" anchor="b" anchorCtr="0">
            <a:noAutofit/>
          </a:bodyPr>
          <a:lstStyle>
            <a:lvl1pPr marL="0" indent="0" algn="l" rtl="0" eaLnBrk="1" fontAlgn="base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AAB0B3"/>
              </a:buClr>
              <a:buFont typeface="Calibri Light" panose="020F0302020204030204" pitchFamily="34" charset="0"/>
              <a:buNone/>
              <a:defRPr lang="en-US" sz="1400" kern="1200" noProof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3429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AAB0B3"/>
              </a:buClr>
              <a:buFont typeface="Calibri Light" panose="020F0302020204030204" pitchFamily="34" charset="0"/>
              <a:buNone/>
            </a:pPr>
            <a:r>
              <a:rPr lang="en-US" noProof="0"/>
              <a:t>Click to add additional content</a:t>
            </a:r>
            <a:endParaRPr lang="en-US" sz="1600" noProof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9FBA5398-0279-CEC3-9EDA-08542B1C2E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7" y="2130701"/>
            <a:ext cx="7886701" cy="441050"/>
          </a:xfrm>
          <a:prstGeom prst="rect">
            <a:avLst/>
          </a:prstGeom>
          <a:effectLst/>
        </p:spPr>
        <p:txBody>
          <a:bodyPr tIns="10800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600" b="0" baseline="0">
                <a:solidFill>
                  <a:srgbClr val="FFFFFF"/>
                </a:solidFill>
                <a:effectLst>
                  <a:outerShdw blurRad="101600" algn="ctr" rotWithShape="0">
                    <a:prstClr val="black">
                      <a:alpha val="1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4E4AEB79-E197-09B3-BD58-9F0F9030E4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1131888"/>
            <a:ext cx="7886700" cy="998813"/>
          </a:xfrm>
          <a:prstGeom prst="rect">
            <a:avLst/>
          </a:prstGeom>
          <a:noFill/>
          <a:effectLst/>
        </p:spPr>
        <p:txBody>
          <a:bodyPr bIns="216000" anchor="b" anchorCtr="0">
            <a:noAutofit/>
          </a:bodyPr>
          <a:lstStyle>
            <a:lvl1pPr algn="l">
              <a:lnSpc>
                <a:spcPct val="100000"/>
              </a:lnSpc>
              <a:defRPr sz="2400" baseline="0">
                <a:solidFill>
                  <a:schemeClr val="accent2"/>
                </a:solidFill>
                <a:effectLst>
                  <a:outerShdw blurRad="101600" algn="ctr" rotWithShape="0">
                    <a:schemeClr val="tx1">
                      <a:alpha val="1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pic>
        <p:nvPicPr>
          <p:cNvPr id="6" name="G+D NCA Logo">
            <a:extLst>
              <a:ext uri="{FF2B5EF4-FFF2-40B4-BE49-F238E27FC236}">
                <a16:creationId xmlns:a16="http://schemas.microsoft.com/office/drawing/2014/main" id="{CEE283BA-7832-2E51-5A86-43C96ECF28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67" y="4833551"/>
            <a:ext cx="1224000" cy="1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545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66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143500"/>
          </a:xfrm>
          <a:blipFill>
            <a:blip r:embed="rId2"/>
            <a:tile tx="0" ty="44450" sx="60000" sy="60000" flip="none" algn="ctr"/>
          </a:blipFill>
        </p:spPr>
        <p:txBody>
          <a:bodyPr/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kumimoji="0" lang="en-US" sz="2000" b="0" i="0" u="none" strike="noStrike" kern="1200" cap="none" spc="-2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sz="2000"/>
            </a:lvl2pPr>
            <a:lvl3pPr>
              <a:defRPr sz="2200"/>
            </a:lvl3pPr>
          </a:lstStyle>
          <a:p>
            <a:r>
              <a:rPr lang="en-US" noProof="0"/>
              <a:t>Drag and drop images to this grey area. The image will be automatically cropped, but you can adapt the cropping by using the image crop tools after pasting. Use “Arrange -&gt; Send to back” if text in foreground is hidden. Alternatively you can try copy and pasting of images, but this might not work for sure.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Blip>
                <a:blip r:embed="rId3"/>
              </a:buBlip>
              <a:tabLst/>
              <a:defRPr/>
            </a:pPr>
            <a:endParaRPr kumimoji="0" lang="en-US" sz="20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797A26E-121A-5A52-6D5E-133F19BE8D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7" y="2130701"/>
            <a:ext cx="7886701" cy="441050"/>
          </a:xfrm>
          <a:prstGeom prst="rect">
            <a:avLst/>
          </a:prstGeom>
        </p:spPr>
        <p:txBody>
          <a:bodyPr tIns="10800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600" b="0" baseline="0">
                <a:solidFill>
                  <a:srgbClr val="FFFFFF"/>
                </a:solidFill>
                <a:effectLst>
                  <a:glow rad="25400">
                    <a:schemeClr val="tx1">
                      <a:alpha val="15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5" name="Titel">
            <a:extLst>
              <a:ext uri="{FF2B5EF4-FFF2-40B4-BE49-F238E27FC236}">
                <a16:creationId xmlns:a16="http://schemas.microsoft.com/office/drawing/2014/main" id="{789104FF-7F65-6DDA-BC4B-136078EA00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1131888"/>
            <a:ext cx="7886700" cy="998813"/>
          </a:xfrm>
          <a:prstGeom prst="rect">
            <a:avLst/>
          </a:prstGeom>
          <a:noFill/>
          <a:effectLst>
            <a:glow rad="25400">
              <a:schemeClr val="tx1">
                <a:alpha val="15000"/>
              </a:schemeClr>
            </a:glow>
          </a:effectLst>
        </p:spPr>
        <p:txBody>
          <a:bodyPr bIns="216000" anchor="b" anchorCtr="0">
            <a:noAutofit/>
          </a:bodyPr>
          <a:lstStyle>
            <a:lvl1pPr algn="l">
              <a:lnSpc>
                <a:spcPct val="100000"/>
              </a:lnSpc>
              <a:defRPr sz="2400" baseline="0">
                <a:solidFill>
                  <a:srgbClr val="FFFFFF"/>
                </a:solidFill>
                <a:effectLst>
                  <a:glow rad="25400">
                    <a:schemeClr val="tx1">
                      <a:alpha val="15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6" name="Date and Author">
            <a:extLst>
              <a:ext uri="{FF2B5EF4-FFF2-40B4-BE49-F238E27FC236}">
                <a16:creationId xmlns:a16="http://schemas.microsoft.com/office/drawing/2014/main" id="{710B7843-B762-75B4-1895-949C8ECF35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886" y="4227513"/>
            <a:ext cx="7886701" cy="368299"/>
          </a:xfrm>
          <a:prstGeom prst="rect">
            <a:avLst/>
          </a:prstGeom>
          <a:noFill/>
        </p:spPr>
        <p:txBody>
          <a:bodyPr lIns="0" tIns="0" rIns="0" bIns="0" rtlCol="0" anchor="b" anchorCtr="0">
            <a:noAutofit/>
          </a:bodyPr>
          <a:lstStyle>
            <a:lvl1pPr marL="0" indent="0" algn="l" rtl="0" eaLnBrk="1" fontAlgn="base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AAB0B3"/>
              </a:buClr>
              <a:buFont typeface="Calibri Light" panose="020F0302020204030204" pitchFamily="34" charset="0"/>
              <a:buNone/>
              <a:defRPr lang="en-US" sz="1400" kern="1200" noProof="0" dirty="0">
                <a:solidFill>
                  <a:schemeClr val="bg1"/>
                </a:solidFill>
                <a:effectLst>
                  <a:glow rad="25400">
                    <a:schemeClr val="tx1">
                      <a:alpha val="15000"/>
                    </a:schemeClr>
                  </a:glo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3429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AAB0B3"/>
              </a:buClr>
              <a:buFont typeface="Calibri Light" panose="020F0302020204030204" pitchFamily="34" charset="0"/>
              <a:buNone/>
            </a:pPr>
            <a:r>
              <a:rPr lang="en-US" noProof="0"/>
              <a:t>Click to add additional content</a:t>
            </a:r>
            <a:endParaRPr lang="en-US" sz="1600" noProof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G+D NCA Logo">
            <a:extLst>
              <a:ext uri="{FF2B5EF4-FFF2-40B4-BE49-F238E27FC236}">
                <a16:creationId xmlns:a16="http://schemas.microsoft.com/office/drawing/2014/main" id="{89C6E61A-E394-9944-3B8E-1B667C960F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867" y="4833551"/>
            <a:ext cx="1224000" cy="1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196595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143500"/>
          </a:xfrm>
          <a:blipFill>
            <a:blip r:embed="rId2"/>
            <a:tile tx="0" ty="44450" sx="60000" sy="60000" flip="none" algn="ctr"/>
          </a:blipFill>
        </p:spPr>
        <p:txBody>
          <a:bodyPr/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kumimoji="0" lang="en-US" sz="2000" b="0" i="0" u="none" strike="noStrike" kern="1200" cap="none" spc="-2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sz="2000"/>
            </a:lvl2pPr>
            <a:lvl3pPr>
              <a:defRPr sz="2200"/>
            </a:lvl3pPr>
          </a:lstStyle>
          <a:p>
            <a:r>
              <a:rPr lang="en-US" noProof="0"/>
              <a:t>Drag and drop images to this grey area. The image will be automatically cropped, but you can adapt the cropping by using the image crop tools after pasting. Use “Arrange -&gt; Send to back” if text in foreground is hidden. Alternatively you can try copy and pasting of images, but this might not work for sure.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Blip>
                <a:blip r:embed="rId3"/>
              </a:buBlip>
              <a:tabLst/>
              <a:defRPr/>
            </a:pPr>
            <a:endParaRPr kumimoji="0" lang="en-US" sz="20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el"/>
          <p:cNvSpPr>
            <a:spLocks noGrp="1"/>
          </p:cNvSpPr>
          <p:nvPr>
            <p:ph type="ctrTitle" hasCustomPrompt="1"/>
          </p:nvPr>
        </p:nvSpPr>
        <p:spPr>
          <a:xfrm>
            <a:off x="0" y="3487500"/>
            <a:ext cx="9144000" cy="1656000"/>
          </a:xfrm>
          <a:prstGeom prst="rect">
            <a:avLst/>
          </a:prstGeom>
          <a:noFill/>
          <a:effectLst/>
        </p:spPr>
        <p:txBody>
          <a:bodyPr lIns="1080000" tIns="0" rIns="1080000" bIns="576000" anchor="b" anchorCtr="1">
            <a:noAutofit/>
          </a:bodyPr>
          <a:lstStyle>
            <a:lvl1pPr algn="l">
              <a:lnSpc>
                <a:spcPct val="100000"/>
              </a:lnSpc>
              <a:defRPr lang="en-US" sz="2400" kern="1200" spc="-20" baseline="0" noProof="0" dirty="0">
                <a:solidFill>
                  <a:srgbClr val="FFFFFF"/>
                </a:solidFill>
                <a:effectLst>
                  <a:glow rad="25400">
                    <a:schemeClr val="accent1">
                      <a:satMod val="175000"/>
                      <a:alpha val="15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pic>
        <p:nvPicPr>
          <p:cNvPr id="2" name="G+D NCA Logo">
            <a:extLst>
              <a:ext uri="{FF2B5EF4-FFF2-40B4-BE49-F238E27FC236}">
                <a16:creationId xmlns:a16="http://schemas.microsoft.com/office/drawing/2014/main" id="{D9DE6F5B-E024-3086-E898-1E29FC201E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867" y="4833551"/>
            <a:ext cx="1224000" cy="1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2478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Full Screen Titl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143500"/>
          </a:xfrm>
          <a:blipFill>
            <a:blip r:embed="rId2"/>
            <a:tile tx="0" ty="44450" sx="60000" sy="60000" flip="none" algn="ctr"/>
          </a:blipFill>
        </p:spPr>
        <p:txBody>
          <a:bodyPr/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kumimoji="0" lang="en-US" sz="2000" b="0" i="0" u="none" strike="noStrike" kern="1200" cap="none" spc="-2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sz="2000"/>
            </a:lvl2pPr>
            <a:lvl3pPr>
              <a:defRPr sz="2200"/>
            </a:lvl3pPr>
          </a:lstStyle>
          <a:p>
            <a:r>
              <a:rPr lang="en-US" noProof="0"/>
              <a:t>Drag and drop images to this grey area. The image will be automatically cropped, but you can adapt the cropping by using the image crop tools after pasting. Use “Arrange -&gt; Send to back” if text in foreground is hidden. Alternatively you can try copy and pasting of images, but this might not work for sure.</a:t>
            </a:r>
          </a:p>
        </p:txBody>
      </p:sp>
      <p:sp>
        <p:nvSpPr>
          <p:cNvPr id="8" name="Titel"/>
          <p:cNvSpPr>
            <a:spLocks noGrp="1"/>
          </p:cNvSpPr>
          <p:nvPr>
            <p:ph type="ctrTitle" hasCustomPrompt="1"/>
          </p:nvPr>
        </p:nvSpPr>
        <p:spPr>
          <a:xfrm>
            <a:off x="0" y="3487500"/>
            <a:ext cx="9144000" cy="1656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69804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effectLst/>
        </p:spPr>
        <p:txBody>
          <a:bodyPr lIns="1080000" tIns="0" rIns="1080000" bIns="576000" anchor="b" anchorCtr="1">
            <a:noAutofit/>
          </a:bodyPr>
          <a:lstStyle>
            <a:lvl1pPr algn="ctr">
              <a:lnSpc>
                <a:spcPct val="100000"/>
              </a:lnSpc>
              <a:defRPr lang="en-US" sz="2400" kern="1200" spc="-20" baseline="0" noProof="0" dirty="0">
                <a:solidFill>
                  <a:srgbClr val="FFFFFF"/>
                </a:solidFill>
                <a:effectLst>
                  <a:glow rad="25400">
                    <a:schemeClr val="tx1">
                      <a:alpha val="15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pic>
        <p:nvPicPr>
          <p:cNvPr id="2" name="G+D NCA Logo">
            <a:extLst>
              <a:ext uri="{FF2B5EF4-FFF2-40B4-BE49-F238E27FC236}">
                <a16:creationId xmlns:a16="http://schemas.microsoft.com/office/drawing/2014/main" id="{030ADC33-617D-CB01-E8BD-955147D674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867" y="4833551"/>
            <a:ext cx="1224000" cy="1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209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777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/>
          <p:cNvSpPr>
            <a:spLocks noGrp="1"/>
          </p:cNvSpPr>
          <p:nvPr>
            <p:ph type="media" sz="quarter" idx="12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</a:t>
            </a:r>
            <a:r>
              <a:rPr lang="en-US" err="1"/>
              <a:t>here</a:t>
            </a:r>
            <a:r>
              <a:rPr lang="en-US"/>
              <a:t> </a:t>
            </a:r>
            <a:r>
              <a:rPr lang="en-US" err="1"/>
              <a:t>to</a:t>
            </a:r>
            <a:r>
              <a:rPr lang="en-US"/>
              <a:t> </a:t>
            </a:r>
            <a:r>
              <a:rPr lang="en-US" err="1"/>
              <a:t>add</a:t>
            </a:r>
            <a:r>
              <a:rPr lang="en-US"/>
              <a:t> </a:t>
            </a:r>
            <a:r>
              <a:rPr lang="en-US" err="1"/>
              <a:t>video</a:t>
            </a:r>
            <a:r>
              <a:rPr lang="en-US"/>
              <a:t> </a:t>
            </a:r>
            <a:r>
              <a:rPr lang="en-US" err="1"/>
              <a:t>files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+D NCA Logo">
            <a:extLst>
              <a:ext uri="{FF2B5EF4-FFF2-40B4-BE49-F238E27FC236}">
                <a16:creationId xmlns:a16="http://schemas.microsoft.com/office/drawing/2014/main" id="{D79DAF5E-3FEE-DE9B-2C6C-34D4CBE8BE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67" y="4833551"/>
            <a:ext cx="1224000" cy="1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2700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 Box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DD2496-6257-F3D4-3F99-2237C5B902BD}"/>
              </a:ext>
            </a:extLst>
          </p:cNvPr>
          <p:cNvSpPr/>
          <p:nvPr userDrawn="1"/>
        </p:nvSpPr>
        <p:spPr>
          <a:xfrm>
            <a:off x="1405867" y="771526"/>
            <a:ext cx="6339319" cy="34630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 bwMode="auto">
          <a:xfrm>
            <a:off x="1943098" y="964905"/>
            <a:ext cx="5257801" cy="57467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>
              <a:defRPr sz="1800" spc="-5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1943099" y="1732958"/>
            <a:ext cx="5257801" cy="2093129"/>
          </a:xfrm>
        </p:spPr>
        <p:txBody>
          <a:bodyPr lIns="0" tIns="0" rIns="0" bIns="0" anchor="t" anchorCtr="1">
            <a:normAutofit/>
          </a:bodyPr>
          <a:lstStyle>
            <a:lvl1pPr marL="0" indent="0" algn="ctr">
              <a:buFontTx/>
              <a:buNone/>
              <a:defRPr sz="1400" spc="-50" baseline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FontTx/>
              <a:buNone/>
              <a:defRPr sz="1600"/>
            </a:lvl2pPr>
            <a:lvl3pPr marL="0" indent="0" algn="ctr">
              <a:buFontTx/>
              <a:buNone/>
              <a:defRPr sz="1400"/>
            </a:lvl3pPr>
            <a:lvl4pPr marL="0" indent="0" algn="ctr">
              <a:buFontTx/>
              <a:buNone/>
              <a:defRPr sz="1200"/>
            </a:lvl4pPr>
            <a:lvl5pPr marL="0" indent="0" algn="ctr">
              <a:buFontTx/>
              <a:buNone/>
              <a:defRPr sz="1200"/>
            </a:lvl5pPr>
            <a:lvl6pPr marL="2286000" indent="0" algn="ctr">
              <a:buFontTx/>
              <a:buNone/>
              <a:defRPr/>
            </a:lvl6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+D NCA Logo">
            <a:extLst>
              <a:ext uri="{FF2B5EF4-FFF2-40B4-BE49-F238E27FC236}">
                <a16:creationId xmlns:a16="http://schemas.microsoft.com/office/drawing/2014/main" id="{3FCD2D37-1A2A-DFC7-39A5-54A2264E86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67" y="4834824"/>
            <a:ext cx="1224000" cy="18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7667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4536">
          <p15:clr>
            <a:srgbClr val="FBAE40"/>
          </p15:clr>
        </p15:guide>
        <p15:guide id="2" pos="122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10BBD4-D498-77B2-54CD-E561A64DB500}"/>
              </a:ext>
            </a:extLst>
          </p:cNvPr>
          <p:cNvSpPr/>
          <p:nvPr userDrawn="1"/>
        </p:nvSpPr>
        <p:spPr>
          <a:xfrm>
            <a:off x="463580" y="1070490"/>
            <a:ext cx="4016149" cy="36399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dist="152400" dir="3180000" sx="98000" sy="98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100" spc="-2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60D8A1-F3A9-F970-8536-91C2E7D4DA8B}"/>
              </a:ext>
            </a:extLst>
          </p:cNvPr>
          <p:cNvSpPr/>
          <p:nvPr userDrawn="1"/>
        </p:nvSpPr>
        <p:spPr>
          <a:xfrm>
            <a:off x="4655414" y="1075990"/>
            <a:ext cx="4016149" cy="36399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dist="152400" dir="3180000" sx="98000" sy="98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100" spc="-20"/>
          </a:p>
        </p:txBody>
      </p:sp>
      <p:sp>
        <p:nvSpPr>
          <p:cNvPr id="24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94360" y="1805940"/>
            <a:ext cx="3802380" cy="2900806"/>
          </a:xfrm>
        </p:spPr>
        <p:txBody>
          <a:bodyPr lIns="144000" tIns="0" rIns="144000" bIns="0">
            <a:normAutofit/>
          </a:bodyPr>
          <a:lstStyle>
            <a:lvl1pPr>
              <a:spcBef>
                <a:spcPts val="600"/>
              </a:spcBef>
              <a:spcAft>
                <a:spcPts val="0"/>
              </a:spcAft>
              <a:defRPr sz="1400" spc="-50" baseline="0">
                <a:solidFill>
                  <a:schemeClr val="accent1"/>
                </a:solidFill>
              </a:defRPr>
            </a:lvl1pPr>
            <a:lvl2pPr>
              <a:spcBef>
                <a:spcPts val="600"/>
              </a:spcBef>
              <a:defRPr sz="1300" spc="-50" baseline="0">
                <a:solidFill>
                  <a:schemeClr val="accent1"/>
                </a:solidFill>
              </a:defRPr>
            </a:lvl2pPr>
            <a:lvl3pPr>
              <a:spcBef>
                <a:spcPts val="600"/>
              </a:spcBef>
              <a:defRPr sz="1400" spc="-50" baseline="0">
                <a:solidFill>
                  <a:schemeClr val="accent1"/>
                </a:solidFill>
              </a:defRPr>
            </a:lvl3pPr>
            <a:lvl4pPr>
              <a:spcBef>
                <a:spcPts val="600"/>
              </a:spcBef>
              <a:defRPr sz="1200" spc="-50" baseline="0">
                <a:solidFill>
                  <a:schemeClr val="accent1"/>
                </a:solidFill>
              </a:defRPr>
            </a:lvl4pPr>
            <a:lvl5pPr>
              <a:spcBef>
                <a:spcPts val="600"/>
              </a:spcBef>
              <a:defRPr sz="1200" spc="-5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763309" y="1805941"/>
            <a:ext cx="3839672" cy="2900806"/>
          </a:xfrm>
        </p:spPr>
        <p:txBody>
          <a:bodyPr lIns="144000" tIns="0" rIns="144000" bIns="0">
            <a:normAutofit/>
          </a:bodyPr>
          <a:lstStyle>
            <a:lvl1pPr>
              <a:spcBef>
                <a:spcPts val="600"/>
              </a:spcBef>
              <a:spcAft>
                <a:spcPts val="0"/>
              </a:spcAft>
              <a:defRPr sz="1400" spc="-50" baseline="0">
                <a:solidFill>
                  <a:schemeClr val="accent1"/>
                </a:solidFill>
              </a:defRPr>
            </a:lvl1pPr>
            <a:lvl2pPr>
              <a:spcBef>
                <a:spcPts val="600"/>
              </a:spcBef>
              <a:defRPr sz="1300" spc="-50" baseline="0">
                <a:solidFill>
                  <a:schemeClr val="accent1"/>
                </a:solidFill>
              </a:defRPr>
            </a:lvl2pPr>
            <a:lvl3pPr>
              <a:spcBef>
                <a:spcPts val="600"/>
              </a:spcBef>
              <a:defRPr sz="1400" spc="-50" baseline="0">
                <a:solidFill>
                  <a:schemeClr val="accent1"/>
                </a:solidFill>
              </a:defRPr>
            </a:lvl3pPr>
            <a:lvl4pPr>
              <a:spcBef>
                <a:spcPts val="600"/>
              </a:spcBef>
              <a:defRPr sz="1200" spc="-50" baseline="0">
                <a:solidFill>
                  <a:schemeClr val="accent1"/>
                </a:solidFill>
              </a:defRPr>
            </a:lvl4pPr>
            <a:lvl5pPr>
              <a:spcBef>
                <a:spcPts val="600"/>
              </a:spcBef>
              <a:defRPr sz="1200" spc="-5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763309" y="1150083"/>
            <a:ext cx="3778958" cy="49006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000" tIns="0" rIns="144000" bIns="0" numCol="1" anchor="b" anchorCtr="0" compatLnSpc="1">
            <a:prstTxWarp prst="textNoShape">
              <a:avLst/>
            </a:prstTxWarp>
            <a:normAutofit/>
          </a:bodyPr>
          <a:lstStyle>
            <a:lvl1pPr marL="0" indent="0">
              <a:buFontTx/>
              <a:buNone/>
              <a:defRPr lang="en-US" sz="1800" spc="-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/>
              <a:t>Click to add title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594360" y="1131889"/>
            <a:ext cx="3802380" cy="5051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4000" tIns="0" rIns="144000" bIns="0" numCol="1" anchor="b" anchorCtr="0" compatLnSpc="1">
            <a:prstTxWarp prst="textNoShape">
              <a:avLst/>
            </a:prstTxWarp>
            <a:normAutofit/>
          </a:bodyPr>
          <a:lstStyle>
            <a:lvl1pPr marL="0" indent="0">
              <a:buFontTx/>
              <a:buNone/>
              <a:defRPr lang="en-US" sz="1800" spc="-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/>
              <a:t>Click to add title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F812D8-F9F3-5683-413F-07FF3F9BF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759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098">
          <p15:clr>
            <a:srgbClr val="FBAE40"/>
          </p15:clr>
        </p15:guide>
        <p15:guide id="2" orient="horz" pos="130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3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lowchart: Process 20"/>
          <p:cNvSpPr/>
          <p:nvPr userDrawn="1"/>
        </p:nvSpPr>
        <p:spPr>
          <a:xfrm>
            <a:off x="0" y="2583640"/>
            <a:ext cx="9144001" cy="99356"/>
          </a:xfrm>
          <a:prstGeom prst="flowChartProcess">
            <a:avLst/>
          </a:prstGeom>
          <a:gradFill flip="none" rotWithShape="1">
            <a:gsLst>
              <a:gs pos="0">
                <a:srgbClr val="C5C4C4"/>
              </a:gs>
              <a:gs pos="100000">
                <a:srgbClr val="FFFFFF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spc="-20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7" name="Text Placeholder 1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2583640"/>
            <a:ext cx="2349653" cy="955080"/>
          </a:xfrm>
        </p:spPr>
        <p:txBody>
          <a:bodyPr lIns="0" tIns="144000" rIns="0" bIns="144000" anchor="b" anchorCtr="1">
            <a:noAutofit/>
          </a:bodyPr>
          <a:lstStyle>
            <a:lvl1pPr marL="0" indent="0" algn="ctr">
              <a:buFontTx/>
              <a:buNone/>
              <a:defRPr sz="2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8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457199" y="3555254"/>
            <a:ext cx="2349653" cy="1131022"/>
          </a:xfrm>
        </p:spPr>
        <p:txBody>
          <a:bodyPr lIns="0" tIns="144000" rIns="0" bIns="144000" anchor="t" anchorCtr="1">
            <a:noAutofit/>
          </a:bodyPr>
          <a:lstStyle>
            <a:lvl1pPr marL="0" marR="0" indent="0" algn="ctr" defTabSz="3429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kumimoji="0" lang="en-US" sz="1600" b="0" i="0" u="none" strike="noStrike" kern="1200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600"/>
              <a:t>Click to add content</a:t>
            </a:r>
          </a:p>
        </p:txBody>
      </p:sp>
      <p:sp>
        <p:nvSpPr>
          <p:cNvPr id="4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331941" y="2583640"/>
            <a:ext cx="2349653" cy="955080"/>
          </a:xfrm>
        </p:spPr>
        <p:txBody>
          <a:bodyPr lIns="0" tIns="144000" rIns="0" bIns="144000" anchor="b" anchorCtr="1">
            <a:noAutofit/>
          </a:bodyPr>
          <a:lstStyle>
            <a:lvl1pPr marL="0" indent="0" algn="ctr">
              <a:buFontTx/>
              <a:buNone/>
              <a:defRPr sz="2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331941" y="3555976"/>
            <a:ext cx="2349653" cy="1131022"/>
          </a:xfrm>
        </p:spPr>
        <p:txBody>
          <a:bodyPr lIns="0" tIns="144000" rIns="0" bIns="144000" anchor="t" anchorCtr="1">
            <a:noAutofit/>
          </a:bodyPr>
          <a:lstStyle>
            <a:lvl1pPr marL="0" indent="0" algn="ctr">
              <a:spcBef>
                <a:spcPts val="600"/>
              </a:spcBef>
              <a:buFontTx/>
              <a:buNone/>
              <a:defRPr kumimoji="0" lang="en-US" sz="1400" b="0" i="0" u="none" strike="noStrike" kern="1200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z="1600"/>
              <a:t>Click to add content</a:t>
            </a:r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6212783" y="2583640"/>
            <a:ext cx="2349653" cy="955080"/>
          </a:xfrm>
        </p:spPr>
        <p:txBody>
          <a:bodyPr lIns="0" tIns="144000" rIns="0" bIns="144000" anchor="b" anchorCtr="1">
            <a:noAutofit/>
          </a:bodyPr>
          <a:lstStyle>
            <a:lvl1pPr marL="0" indent="0" algn="ctr">
              <a:buFontTx/>
              <a:buNone/>
              <a:defRPr sz="2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6212783" y="3555976"/>
            <a:ext cx="2349653" cy="1131022"/>
          </a:xfrm>
        </p:spPr>
        <p:txBody>
          <a:bodyPr lIns="0" tIns="144000" rIns="0" bIns="144000" anchor="t" anchorCtr="1">
            <a:noAutofit/>
          </a:bodyPr>
          <a:lstStyle>
            <a:lvl1pPr marL="0" indent="0" algn="ctr">
              <a:spcBef>
                <a:spcPts val="600"/>
              </a:spcBef>
              <a:buFontTx/>
              <a:buNone/>
              <a:defRPr kumimoji="0" lang="en-US" sz="1400" b="0" i="0" u="none" strike="noStrike" kern="1200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z="1600"/>
              <a:t>Click to add content</a:t>
            </a:r>
          </a:p>
        </p:txBody>
      </p:sp>
      <p:sp>
        <p:nvSpPr>
          <p:cNvPr id="2" name="Oval 1"/>
          <p:cNvSpPr/>
          <p:nvPr userDrawn="1"/>
        </p:nvSpPr>
        <p:spPr>
          <a:xfrm>
            <a:off x="1200025" y="1368000"/>
            <a:ext cx="864000" cy="86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kumimoji="0" lang="en-US" b="0" i="0" u="none" strike="noStrike" cap="none" spc="-20" normalizeH="0" baseline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9" name="Oval 18"/>
          <p:cNvSpPr/>
          <p:nvPr userDrawn="1"/>
        </p:nvSpPr>
        <p:spPr>
          <a:xfrm>
            <a:off x="4140000" y="1368000"/>
            <a:ext cx="864000" cy="86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kumimoji="0" lang="en-US" b="0" i="0" u="none" strike="noStrike" cap="none" spc="-20" normalizeH="0" baseline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0" name="Oval 19"/>
          <p:cNvSpPr/>
          <p:nvPr userDrawn="1"/>
        </p:nvSpPr>
        <p:spPr>
          <a:xfrm>
            <a:off x="6955609" y="1368000"/>
            <a:ext cx="864000" cy="86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F443823-3B34-FB36-6034-91F3D74E3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1002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4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lowchart: Process 21"/>
          <p:cNvSpPr/>
          <p:nvPr userDrawn="1"/>
        </p:nvSpPr>
        <p:spPr>
          <a:xfrm>
            <a:off x="0" y="2583640"/>
            <a:ext cx="9144001" cy="99356"/>
          </a:xfrm>
          <a:prstGeom prst="flowChartProcess">
            <a:avLst/>
          </a:prstGeom>
          <a:gradFill flip="none" rotWithShape="1">
            <a:gsLst>
              <a:gs pos="0">
                <a:srgbClr val="C5C4C4"/>
              </a:gs>
              <a:gs pos="100000">
                <a:srgbClr val="FFFFFF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spc="-20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7" name="Text Placeholder 1"/>
          <p:cNvSpPr>
            <a:spLocks noGrp="1"/>
          </p:cNvSpPr>
          <p:nvPr>
            <p:ph type="body" sz="quarter" idx="16" hasCustomPrompt="1"/>
          </p:nvPr>
        </p:nvSpPr>
        <p:spPr>
          <a:xfrm>
            <a:off x="180000" y="2592000"/>
            <a:ext cx="2034000" cy="956904"/>
          </a:xfrm>
        </p:spPr>
        <p:txBody>
          <a:bodyPr lIns="0" tIns="144000" rIns="0" bIns="144000" anchor="b" anchorCtr="1">
            <a:noAutofit/>
          </a:bodyPr>
          <a:lstStyle>
            <a:lvl1pPr marL="0" indent="0" algn="ctr">
              <a:buFontTx/>
              <a:buNone/>
              <a:defRPr sz="2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8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80000" y="3563278"/>
            <a:ext cx="2034000" cy="1133182"/>
          </a:xfrm>
        </p:spPr>
        <p:txBody>
          <a:bodyPr lIns="0" tIns="144000" rIns="0" bIns="144000" anchor="t" anchorCtr="1">
            <a:noAutofit/>
          </a:bodyPr>
          <a:lstStyle>
            <a:lvl1pPr marL="0" indent="0" algn="ctr">
              <a:spcBef>
                <a:spcPts val="600"/>
              </a:spcBef>
              <a:buFontTx/>
              <a:buNone/>
              <a:defRPr kumimoji="0" lang="en-US" sz="1400" b="0" i="0" u="none" strike="noStrike" kern="1200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z="1600"/>
              <a:t>Click to add content</a:t>
            </a:r>
          </a:p>
        </p:txBody>
      </p:sp>
      <p:sp>
        <p:nvSpPr>
          <p:cNvPr id="4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2430204" y="2592000"/>
            <a:ext cx="2034000" cy="956904"/>
          </a:xfrm>
        </p:spPr>
        <p:txBody>
          <a:bodyPr lIns="0" tIns="144000" rIns="0" bIns="144000" anchor="b" anchorCtr="1">
            <a:noAutofit/>
          </a:bodyPr>
          <a:lstStyle>
            <a:lvl1pPr marL="0" indent="0" algn="ctr">
              <a:buFontTx/>
              <a:buNone/>
              <a:defRPr sz="2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2430204" y="3564000"/>
            <a:ext cx="2034000" cy="1133182"/>
          </a:xfrm>
        </p:spPr>
        <p:txBody>
          <a:bodyPr lIns="0" tIns="144000" rIns="0" bIns="144000" anchor="t" anchorCtr="1">
            <a:noAutofit/>
          </a:bodyPr>
          <a:lstStyle>
            <a:lvl1pPr marL="0" indent="0" algn="ctr">
              <a:spcBef>
                <a:spcPts val="600"/>
              </a:spcBef>
              <a:buFontTx/>
              <a:buNone/>
              <a:defRPr kumimoji="0" lang="en-US" sz="1400" b="0" i="0" u="none" strike="noStrike" kern="1200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z="1600"/>
              <a:t>Click to add content</a:t>
            </a:r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680408" y="2592000"/>
            <a:ext cx="2034000" cy="956904"/>
          </a:xfrm>
        </p:spPr>
        <p:txBody>
          <a:bodyPr lIns="0" tIns="144000" rIns="0" bIns="144000" anchor="b" anchorCtr="1">
            <a:noAutofit/>
          </a:bodyPr>
          <a:lstStyle>
            <a:lvl1pPr marL="0" indent="0" algn="ctr">
              <a:buFontTx/>
              <a:buNone/>
              <a:defRPr sz="2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4680408" y="3564000"/>
            <a:ext cx="2034000" cy="1133182"/>
          </a:xfrm>
        </p:spPr>
        <p:txBody>
          <a:bodyPr lIns="0" tIns="144000" rIns="0" bIns="144000" anchor="t" anchorCtr="1">
            <a:noAutofit/>
          </a:bodyPr>
          <a:lstStyle>
            <a:lvl1pPr marL="0" indent="0" algn="ctr">
              <a:spcBef>
                <a:spcPts val="600"/>
              </a:spcBef>
              <a:buFontTx/>
              <a:buNone/>
              <a:defRPr kumimoji="0" lang="en-US" sz="1400" b="0" i="0" u="none" strike="noStrike" kern="1200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z="1600"/>
              <a:t>Click to add content</a:t>
            </a:r>
          </a:p>
        </p:txBody>
      </p:sp>
      <p:sp>
        <p:nvSpPr>
          <p:cNvPr id="53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930613" y="2592000"/>
            <a:ext cx="2034000" cy="956904"/>
          </a:xfrm>
        </p:spPr>
        <p:txBody>
          <a:bodyPr lIns="0" tIns="144000" rIns="0" bIns="144000" anchor="b" anchorCtr="1">
            <a:noAutofit/>
          </a:bodyPr>
          <a:lstStyle>
            <a:lvl1pPr marL="0" indent="0" algn="ctr">
              <a:buFontTx/>
              <a:buNone/>
              <a:defRPr sz="2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4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6930613" y="3564000"/>
            <a:ext cx="2034000" cy="1133182"/>
          </a:xfrm>
        </p:spPr>
        <p:txBody>
          <a:bodyPr lIns="0" tIns="144000" rIns="0" bIns="144000" anchor="t" anchorCtr="1">
            <a:noAutofit/>
          </a:bodyPr>
          <a:lstStyle>
            <a:lvl1pPr marL="0" indent="0" algn="ctr">
              <a:spcBef>
                <a:spcPts val="600"/>
              </a:spcBef>
              <a:buFontTx/>
              <a:buNone/>
              <a:defRPr kumimoji="0" lang="en-US" sz="1400" b="0" i="0" u="none" strike="noStrike" kern="1200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z="1600"/>
              <a:t>Click to add content</a:t>
            </a:r>
          </a:p>
        </p:txBody>
      </p:sp>
      <p:sp>
        <p:nvSpPr>
          <p:cNvPr id="23" name="Oval 22"/>
          <p:cNvSpPr/>
          <p:nvPr userDrawn="1"/>
        </p:nvSpPr>
        <p:spPr>
          <a:xfrm>
            <a:off x="773228" y="1368000"/>
            <a:ext cx="864000" cy="86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kumimoji="0" lang="en-US" b="0" i="0" u="none" strike="noStrike" cap="none" spc="-20" normalizeH="0" baseline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4" name="Oval 23"/>
          <p:cNvSpPr/>
          <p:nvPr userDrawn="1"/>
        </p:nvSpPr>
        <p:spPr>
          <a:xfrm>
            <a:off x="3012411" y="1368000"/>
            <a:ext cx="864000" cy="86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kumimoji="0" lang="en-US" b="0" i="0" u="none" strike="noStrike" cap="none" spc="-20" normalizeH="0" baseline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5" name="Oval 24"/>
          <p:cNvSpPr/>
          <p:nvPr userDrawn="1"/>
        </p:nvSpPr>
        <p:spPr>
          <a:xfrm>
            <a:off x="5260063" y="1368000"/>
            <a:ext cx="864000" cy="86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kumimoji="0" lang="en-US" b="0" i="0" u="none" strike="noStrike" cap="none" spc="-20" normalizeH="0" baseline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6" name="Oval 25"/>
          <p:cNvSpPr/>
          <p:nvPr userDrawn="1"/>
        </p:nvSpPr>
        <p:spPr>
          <a:xfrm>
            <a:off x="7518829" y="1368000"/>
            <a:ext cx="864000" cy="86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kumimoji="0" lang="en-US" b="0" i="0" u="none" strike="noStrike" cap="none" spc="-20" normalizeH="0" baseline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9BFDD-4C71-ADEC-C21B-D2D18980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1227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auto">
          <a:xfrm>
            <a:off x="3218261" y="1256973"/>
            <a:ext cx="41036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en-US" sz="9600">
                <a:solidFill>
                  <a:schemeClr val="bg1">
                    <a:alpha val="90000"/>
                  </a:schemeClr>
                </a:solidFill>
              </a:rPr>
              <a:t>“</a:t>
            </a:r>
            <a:endParaRPr lang="en-US" altLang="en-US" sz="1800">
              <a:solidFill>
                <a:schemeClr val="bg1">
                  <a:alpha val="90000"/>
                </a:schemeClr>
              </a:solidFill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505300" y="1311750"/>
            <a:ext cx="2520000" cy="2520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3756661" y="1554164"/>
            <a:ext cx="4547069" cy="1477328"/>
          </a:xfrm>
        </p:spPr>
        <p:txBody>
          <a:bodyPr/>
          <a:lstStyle>
            <a:lvl1pPr marL="0" indent="0">
              <a:buFontTx/>
              <a:buNone/>
              <a:defRPr i="1">
                <a:solidFill>
                  <a:srgbClr val="FFFFFF"/>
                </a:solidFill>
              </a:defRPr>
            </a:lvl1pPr>
            <a:lvl2pPr marL="0" indent="0">
              <a:spcBef>
                <a:spcPts val="1200"/>
              </a:spcBef>
              <a:buNone/>
              <a:defRPr sz="1400" i="1">
                <a:solidFill>
                  <a:srgbClr val="FFFFFF"/>
                </a:solidFill>
              </a:defRPr>
            </a:lvl2pPr>
            <a:lvl3pPr marL="0" indent="0">
              <a:buNone/>
              <a:defRPr sz="1200" i="1">
                <a:solidFill>
                  <a:srgbClr val="FFFFFF"/>
                </a:solidFill>
              </a:defRPr>
            </a:lvl3pPr>
            <a:lvl4pPr marL="0" indent="0">
              <a:buNone/>
              <a:defRPr sz="1200" i="1">
                <a:solidFill>
                  <a:srgbClr val="FFFFFF"/>
                </a:solidFill>
              </a:defRPr>
            </a:lvl4pPr>
            <a:lvl5pPr marL="0" indent="0">
              <a:spcBef>
                <a:spcPts val="0"/>
              </a:spcBef>
              <a:buNone/>
              <a:defRPr sz="1200" i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+D NCA Logo">
            <a:extLst>
              <a:ext uri="{FF2B5EF4-FFF2-40B4-BE49-F238E27FC236}">
                <a16:creationId xmlns:a16="http://schemas.microsoft.com/office/drawing/2014/main" id="{157B6322-3613-6A6D-7201-7A1A45BF15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67" y="4833551"/>
            <a:ext cx="1224000" cy="1848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14DF616-1DB4-43A7-197A-D45E5DC85DB3}"/>
              </a:ext>
            </a:extLst>
          </p:cNvPr>
          <p:cNvSpPr>
            <a:spLocks noChangeArrowheads="1"/>
          </p:cNvSpPr>
          <p:nvPr userDrawn="1"/>
        </p:nvSpPr>
        <p:spPr bwMode="auto">
          <a:xfrm rot="10800000">
            <a:off x="8353889" y="1896588"/>
            <a:ext cx="41036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en-US" sz="9600">
                <a:solidFill>
                  <a:schemeClr val="bg1">
                    <a:alpha val="90000"/>
                  </a:schemeClr>
                </a:solidFill>
              </a:rPr>
              <a:t>“</a:t>
            </a:r>
            <a:endParaRPr lang="en-US" altLang="en-US" sz="1800">
              <a:solidFill>
                <a:schemeClr val="bg1">
                  <a:alpha val="90000"/>
                </a:schemeClr>
              </a:solidFill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67711B53-5E21-6D58-F5E7-1A8957FFA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83729" y="3200840"/>
            <a:ext cx="2520000" cy="44959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FFFFFF"/>
                </a:solidFill>
              </a:defRPr>
            </a:lvl1pPr>
            <a:lvl2pPr marL="0" indent="0" algn="r">
              <a:spcBef>
                <a:spcPts val="1200"/>
              </a:spcBef>
              <a:buNone/>
              <a:defRPr sz="1200" b="1">
                <a:solidFill>
                  <a:srgbClr val="FFFFFF"/>
                </a:solidFill>
              </a:defRPr>
            </a:lvl2pPr>
            <a:lvl3pPr marL="0" indent="0" algn="r">
              <a:buNone/>
              <a:defRPr sz="1100" b="1">
                <a:solidFill>
                  <a:srgbClr val="FFFFFF"/>
                </a:solidFill>
              </a:defRPr>
            </a:lvl3pPr>
            <a:lvl4pPr marL="0" indent="0" algn="r">
              <a:buNone/>
              <a:defRPr sz="1100" b="1">
                <a:solidFill>
                  <a:srgbClr val="FFFFFF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1100"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DCE762-C401-0B28-133E-A0186A6BB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015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/>
        </p:nvSpPr>
        <p:spPr>
          <a:xfrm>
            <a:off x="2663826" y="2756647"/>
            <a:ext cx="3816349" cy="1824878"/>
          </a:xfrm>
          <a:prstGeom prst="rect">
            <a:avLst/>
          </a:prstGeom>
          <a:solidFill>
            <a:schemeClr val="accent1"/>
          </a:solidFill>
          <a:ln w="15875">
            <a:noFill/>
          </a:ln>
          <a:effectLst>
            <a:outerShdw blurRad="63500" dist="139700" dir="2520000" sx="98000" sy="98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0" tIns="288000" rIns="360000" bIns="288000" numCol="1" spcCol="360000" rtlCol="0" anchor="ctr">
            <a:noAutofit/>
          </a:bodyPr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cxnSp>
        <p:nvCxnSpPr>
          <p:cNvPr id="15" name="Straight Connector 14" hidden="1"/>
          <p:cNvCxnSpPr/>
          <p:nvPr/>
        </p:nvCxnSpPr>
        <p:spPr>
          <a:xfrm>
            <a:off x="3951706" y="3511482"/>
            <a:ext cx="47332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elplatzhalter 1"/>
          <p:cNvSpPr>
            <a:spLocks noGrp="1"/>
          </p:cNvSpPr>
          <p:nvPr userDrawn="1">
            <p:ph type="title" hasCustomPrompt="1"/>
          </p:nvPr>
        </p:nvSpPr>
        <p:spPr bwMode="auto">
          <a:xfrm>
            <a:off x="2663825" y="2756325"/>
            <a:ext cx="1872000" cy="1825200"/>
          </a:xfrm>
          <a:prstGeom prst="rect">
            <a:avLst/>
          </a:prstGeom>
          <a:noFill/>
        </p:spPr>
        <p:txBody>
          <a:bodyPr wrap="square" lIns="90000" tIns="216000" rIns="90000" bIns="216000" rtlCol="0" anchor="t" anchorCtr="0">
            <a:noAutofit/>
          </a:bodyPr>
          <a:lstStyle>
            <a:lvl1pPr algn="r">
              <a:defRPr lang="en-US" sz="1600" spc="-50" noProof="0" dirty="0" smtClean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algn="r"/>
            <a:r>
              <a:rPr lang="en-US" noProof="0"/>
              <a:t>Click to add title</a:t>
            </a:r>
          </a:p>
        </p:txBody>
      </p:sp>
      <p:sp>
        <p:nvSpPr>
          <p:cNvPr id="17" name="Text Placeholder 4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608175" y="2756647"/>
            <a:ext cx="1872000" cy="1825200"/>
          </a:xfrm>
          <a:noFill/>
        </p:spPr>
        <p:txBody>
          <a:bodyPr wrap="square" lIns="90000" tIns="216000" rIns="90000" bIns="216000" rtlCol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200" spc="-50" noProof="0" dirty="0" smtClean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noProof="0"/>
              <a:t>Click to add text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+D NCA Logo">
            <a:extLst>
              <a:ext uri="{FF2B5EF4-FFF2-40B4-BE49-F238E27FC236}">
                <a16:creationId xmlns:a16="http://schemas.microsoft.com/office/drawing/2014/main" id="{D207C07B-16D5-4760-2694-0CC1CB960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67" y="4833549"/>
            <a:ext cx="1224000" cy="18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329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1678" userDrawn="1">
          <p15:clr>
            <a:srgbClr val="FBAE40"/>
          </p15:clr>
        </p15:guide>
        <p15:guide id="2" pos="4082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1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 hidden="1"/>
          <p:cNvCxnSpPr/>
          <p:nvPr/>
        </p:nvCxnSpPr>
        <p:spPr>
          <a:xfrm>
            <a:off x="3951706" y="3511482"/>
            <a:ext cx="47332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122000" y="512022"/>
            <a:ext cx="900000" cy="9000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663825" y="1346200"/>
            <a:ext cx="3816350" cy="546902"/>
          </a:xfrm>
        </p:spPr>
        <p:txBody>
          <a:bodyPr lIns="108000" tIns="108000" rIns="108000" bIns="108000" anchor="b" anchorCtr="1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pPr lvl="0"/>
            <a:r>
              <a:rPr lang="en-US"/>
              <a:t>Click add name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2663825" y="1893102"/>
            <a:ext cx="3816350" cy="670757"/>
          </a:xfrm>
        </p:spPr>
        <p:txBody>
          <a:bodyPr lIns="108000" tIns="108000" rIns="108000" bIns="108000" anchor="t" anchorCtr="1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kumimoji="0" lang="en-US" sz="1200" b="0" i="0" u="none" strike="noStrike" kern="1200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function / contact</a:t>
            </a:r>
          </a:p>
        </p:txBody>
      </p:sp>
      <p:pic>
        <p:nvPicPr>
          <p:cNvPr id="2" name="G+D NCA Logo">
            <a:extLst>
              <a:ext uri="{FF2B5EF4-FFF2-40B4-BE49-F238E27FC236}">
                <a16:creationId xmlns:a16="http://schemas.microsoft.com/office/drawing/2014/main" id="{80430D30-8878-B4BB-BE94-4D4DC5A18B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67" y="4833549"/>
            <a:ext cx="1224000" cy="184851"/>
          </a:xfrm>
          <a:prstGeom prst="rect">
            <a:avLst/>
          </a:prstGeom>
        </p:spPr>
      </p:pic>
      <p:sp>
        <p:nvSpPr>
          <p:cNvPr id="6" name="Freeform 11">
            <a:extLst>
              <a:ext uri="{FF2B5EF4-FFF2-40B4-BE49-F238E27FC236}">
                <a16:creationId xmlns:a16="http://schemas.microsoft.com/office/drawing/2014/main" id="{4345253F-F87A-709F-C5F0-73E2546B08F2}"/>
              </a:ext>
            </a:extLst>
          </p:cNvPr>
          <p:cNvSpPr/>
          <p:nvPr userDrawn="1"/>
        </p:nvSpPr>
        <p:spPr>
          <a:xfrm>
            <a:off x="2663826" y="2756647"/>
            <a:ext cx="3816349" cy="1824878"/>
          </a:xfrm>
          <a:prstGeom prst="rect">
            <a:avLst/>
          </a:prstGeom>
          <a:solidFill>
            <a:schemeClr val="accent1"/>
          </a:solidFill>
          <a:ln w="15875">
            <a:noFill/>
          </a:ln>
          <a:effectLst>
            <a:outerShdw blurRad="63500" dist="139700" dir="2520000" sx="98000" sy="98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0" tIns="288000" rIns="360000" bIns="288000" numCol="1" spcCol="360000" rtlCol="0" anchor="ctr">
            <a:noAutofit/>
          </a:bodyPr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8" name="Titelplatzhalter 1">
            <a:extLst>
              <a:ext uri="{FF2B5EF4-FFF2-40B4-BE49-F238E27FC236}">
                <a16:creationId xmlns:a16="http://schemas.microsoft.com/office/drawing/2014/main" id="{A23F6A8D-6655-F96F-B9DA-3CC069C2D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2663825" y="2756325"/>
            <a:ext cx="1872000" cy="1825200"/>
          </a:xfrm>
          <a:prstGeom prst="rect">
            <a:avLst/>
          </a:prstGeom>
          <a:noFill/>
        </p:spPr>
        <p:txBody>
          <a:bodyPr wrap="square" lIns="90000" tIns="216000" rIns="90000" bIns="216000" rtlCol="0" anchor="t" anchorCtr="0">
            <a:noAutofit/>
          </a:bodyPr>
          <a:lstStyle>
            <a:lvl1pPr algn="r">
              <a:defRPr lang="en-US" sz="1600" spc="-50" noProof="0" dirty="0" smtClean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algn="r"/>
            <a:r>
              <a:rPr lang="en-US" noProof="0"/>
              <a:t>Click to add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05A1AB9-7E20-858A-B7AF-E962E7C60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8175" y="2756647"/>
            <a:ext cx="1872000" cy="1825200"/>
          </a:xfrm>
          <a:noFill/>
        </p:spPr>
        <p:txBody>
          <a:bodyPr wrap="square" lIns="90000" tIns="216000" rIns="90000" bIns="216000" rtlCol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200" spc="-50" noProof="0" dirty="0" smtClean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278899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1678">
          <p15:clr>
            <a:srgbClr val="FBAE40"/>
          </p15:clr>
        </p15:guide>
        <p15:guide id="2" pos="408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2 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 hidden="1"/>
          <p:cNvCxnSpPr/>
          <p:nvPr/>
        </p:nvCxnSpPr>
        <p:spPr>
          <a:xfrm>
            <a:off x="3951706" y="3511482"/>
            <a:ext cx="47332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213825" y="519913"/>
            <a:ext cx="900000" cy="9000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755650" y="1354091"/>
            <a:ext cx="3816350" cy="546902"/>
          </a:xfrm>
        </p:spPr>
        <p:txBody>
          <a:bodyPr lIns="108000" tIns="108000" rIns="108000" bIns="108000" anchor="b" anchorCtr="1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pPr lvl="0"/>
            <a:r>
              <a:rPr lang="en-US"/>
              <a:t>Click add name</a:t>
            </a:r>
          </a:p>
        </p:txBody>
      </p:sp>
      <p:sp>
        <p:nvSpPr>
          <p:cNvPr id="44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755650" y="1900993"/>
            <a:ext cx="3816350" cy="670757"/>
          </a:xfrm>
        </p:spPr>
        <p:txBody>
          <a:bodyPr lIns="108000" tIns="108000" rIns="108000" bIns="108000" anchor="t" anchorCtr="1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kumimoji="0" lang="en-US" sz="1200" b="0" i="0" u="none" strike="noStrike" kern="1200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function / contact</a:t>
            </a:r>
          </a:p>
        </p:txBody>
      </p:sp>
      <p:sp>
        <p:nvSpPr>
          <p:cNvPr id="46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6030175" y="519913"/>
            <a:ext cx="900000" cy="9000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4572000" y="1354091"/>
            <a:ext cx="3816350" cy="546902"/>
          </a:xfrm>
        </p:spPr>
        <p:txBody>
          <a:bodyPr lIns="108000" tIns="108000" rIns="108000" bIns="108000" anchor="b" anchorCtr="1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pPr lvl="0"/>
            <a:r>
              <a:rPr lang="en-US"/>
              <a:t>Click add name</a:t>
            </a:r>
          </a:p>
        </p:txBody>
      </p:sp>
      <p:sp>
        <p:nvSpPr>
          <p:cNvPr id="4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00" y="1900993"/>
            <a:ext cx="3816350" cy="670757"/>
          </a:xfrm>
        </p:spPr>
        <p:txBody>
          <a:bodyPr lIns="108000" tIns="108000" rIns="108000" bIns="108000" anchor="t" anchorCtr="1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kumimoji="0" lang="en-US" sz="1200" b="0" i="0" u="none" strike="noStrike" kern="1200" cap="none" spc="-2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function / contact</a:t>
            </a:r>
          </a:p>
        </p:txBody>
      </p:sp>
      <p:pic>
        <p:nvPicPr>
          <p:cNvPr id="2" name="G+D NCA Logo">
            <a:extLst>
              <a:ext uri="{FF2B5EF4-FFF2-40B4-BE49-F238E27FC236}">
                <a16:creationId xmlns:a16="http://schemas.microsoft.com/office/drawing/2014/main" id="{082FF4F2-7355-C7FD-B1B8-6DC0D73A20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867" y="4833549"/>
            <a:ext cx="1224000" cy="184851"/>
          </a:xfrm>
          <a:prstGeom prst="rect">
            <a:avLst/>
          </a:prstGeom>
        </p:spPr>
      </p:pic>
      <p:sp>
        <p:nvSpPr>
          <p:cNvPr id="3" name="Freeform 11">
            <a:extLst>
              <a:ext uri="{FF2B5EF4-FFF2-40B4-BE49-F238E27FC236}">
                <a16:creationId xmlns:a16="http://schemas.microsoft.com/office/drawing/2014/main" id="{3A6012CC-36BF-20E0-575D-C55D46EEEFFB}"/>
              </a:ext>
            </a:extLst>
          </p:cNvPr>
          <p:cNvSpPr/>
          <p:nvPr userDrawn="1"/>
        </p:nvSpPr>
        <p:spPr>
          <a:xfrm>
            <a:off x="2663826" y="2756647"/>
            <a:ext cx="3816349" cy="1824878"/>
          </a:xfrm>
          <a:prstGeom prst="rect">
            <a:avLst/>
          </a:prstGeom>
          <a:solidFill>
            <a:schemeClr val="accent1"/>
          </a:solidFill>
          <a:ln w="15875">
            <a:noFill/>
          </a:ln>
          <a:effectLst>
            <a:outerShdw blurRad="63500" dist="139700" dir="2520000" sx="98000" sy="98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0" tIns="288000" rIns="360000" bIns="288000" numCol="1" spcCol="360000" rtlCol="0" anchor="ctr">
            <a:noAutofit/>
          </a:bodyPr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6" name="Titelplatzhalter 1">
            <a:extLst>
              <a:ext uri="{FF2B5EF4-FFF2-40B4-BE49-F238E27FC236}">
                <a16:creationId xmlns:a16="http://schemas.microsoft.com/office/drawing/2014/main" id="{E7D36DAA-2C55-E790-0DC1-2D363C91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2663825" y="2756325"/>
            <a:ext cx="1872000" cy="1825200"/>
          </a:xfrm>
          <a:prstGeom prst="rect">
            <a:avLst/>
          </a:prstGeom>
          <a:noFill/>
        </p:spPr>
        <p:txBody>
          <a:bodyPr wrap="square" lIns="90000" tIns="216000" rIns="90000" bIns="216000" rtlCol="0" anchor="t" anchorCtr="0">
            <a:noAutofit/>
          </a:bodyPr>
          <a:lstStyle>
            <a:lvl1pPr algn="r">
              <a:defRPr lang="en-US" sz="1600" spc="-50" noProof="0" dirty="0" smtClean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algn="r"/>
            <a:r>
              <a:rPr lang="en-US" noProof="0"/>
              <a:t>Click to add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F8D006A-EDE3-1941-A682-A146880B97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8175" y="2756647"/>
            <a:ext cx="1872000" cy="1825200"/>
          </a:xfrm>
          <a:noFill/>
        </p:spPr>
        <p:txBody>
          <a:bodyPr wrap="square" lIns="90000" tIns="216000" rIns="90000" bIns="216000" rtlCol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200" spc="-50" noProof="0" dirty="0" smtClean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271878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1678">
          <p15:clr>
            <a:srgbClr val="FBAE40"/>
          </p15:clr>
        </p15:guide>
        <p15:guide id="2" pos="408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tangle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55C5A29-A530-1BA0-FE33-313F1F68447F}"/>
              </a:ext>
            </a:extLst>
          </p:cNvPr>
          <p:cNvSpPr/>
          <p:nvPr userDrawn="1"/>
        </p:nvSpPr>
        <p:spPr>
          <a:xfrm>
            <a:off x="5965919" y="1713953"/>
            <a:ext cx="1580421" cy="2086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dist="152400" dir="3180000" sx="98000" sy="98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100" spc="-20"/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05156DF3-67BA-13CB-CDB4-D23C8294471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964502" y="1716937"/>
            <a:ext cx="1572093" cy="15776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mk-MK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3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D3847D-0559-48C4-894F-E12326BFB226}" type="slidenum">
              <a:rPr lang="mk-MK" smtClean="0"/>
              <a:pPr/>
              <a:t>‹#›</a:t>
            </a:fld>
            <a:endParaRPr lang="mk-M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5C1EE2-D798-7BC1-B380-6B181E59310A}"/>
              </a:ext>
            </a:extLst>
          </p:cNvPr>
          <p:cNvSpPr/>
          <p:nvPr userDrawn="1"/>
        </p:nvSpPr>
        <p:spPr>
          <a:xfrm>
            <a:off x="5962704" y="3294579"/>
            <a:ext cx="1577488" cy="509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FAF4F8E-D55D-48C1-7946-90FDB67BB8A4}"/>
              </a:ext>
            </a:extLst>
          </p:cNvPr>
          <p:cNvCxnSpPr>
            <a:cxnSpLocks/>
          </p:cNvCxnSpPr>
          <p:nvPr userDrawn="1"/>
        </p:nvCxnSpPr>
        <p:spPr>
          <a:xfrm>
            <a:off x="5963187" y="3294579"/>
            <a:ext cx="157700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E30586FB-9837-D5C1-AC05-319D3F5D1F9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62705" y="3355416"/>
            <a:ext cx="1573890" cy="387350"/>
          </a:xfrm>
        </p:spPr>
        <p:txBody>
          <a:bodyPr>
            <a:noAutofit/>
          </a:bodyPr>
          <a:lstStyle>
            <a:lvl1pPr marL="0" indent="0" algn="ctr">
              <a:buNone/>
              <a:defRPr sz="1000" b="1"/>
            </a:lvl1pPr>
            <a:lvl2pPr marL="180000" indent="0">
              <a:buNone/>
              <a:defRPr sz="1000"/>
            </a:lvl2pPr>
            <a:lvl3pPr marL="360000" indent="0">
              <a:buNone/>
              <a:defRPr sz="1000"/>
            </a:lvl3pPr>
            <a:lvl4pPr marL="540000" indent="0">
              <a:buNone/>
              <a:defRPr sz="1000"/>
            </a:lvl4pPr>
            <a:lvl5pPr marL="720000" indent="0">
              <a:buNone/>
              <a:defRPr sz="1000"/>
            </a:lvl5pPr>
          </a:lstStyle>
          <a:p>
            <a:pPr lvl="0"/>
            <a:r>
              <a:rPr lang="en-US"/>
              <a:t>Click to add name and function</a:t>
            </a:r>
            <a:endParaRPr lang="mk-M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F8C71-50CF-3A7C-350A-861B3CEB557A}"/>
              </a:ext>
            </a:extLst>
          </p:cNvPr>
          <p:cNvSpPr/>
          <p:nvPr userDrawn="1"/>
        </p:nvSpPr>
        <p:spPr>
          <a:xfrm>
            <a:off x="3588858" y="1713953"/>
            <a:ext cx="1580421" cy="2086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dist="152400" dir="3180000" sx="98000" sy="98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100" spc="-20"/>
          </a:p>
        </p:txBody>
      </p:sp>
      <p:sp>
        <p:nvSpPr>
          <p:cNvPr id="15" name="Picture Placeholder 25">
            <a:extLst>
              <a:ext uri="{FF2B5EF4-FFF2-40B4-BE49-F238E27FC236}">
                <a16:creationId xmlns:a16="http://schemas.microsoft.com/office/drawing/2014/main" id="{B1609285-1D65-FEB2-DC80-B2B591E14D0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587441" y="1716937"/>
            <a:ext cx="1572093" cy="15776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BAD1AB-7211-79FE-9E38-F9DA1A6B875C}"/>
              </a:ext>
            </a:extLst>
          </p:cNvPr>
          <p:cNvSpPr/>
          <p:nvPr userDrawn="1"/>
        </p:nvSpPr>
        <p:spPr>
          <a:xfrm>
            <a:off x="3585643" y="3294579"/>
            <a:ext cx="1577488" cy="509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8F87D3-4A17-285A-7C8E-91F3B51EAC3B}"/>
              </a:ext>
            </a:extLst>
          </p:cNvPr>
          <p:cNvCxnSpPr>
            <a:cxnSpLocks/>
          </p:cNvCxnSpPr>
          <p:nvPr userDrawn="1"/>
        </p:nvCxnSpPr>
        <p:spPr>
          <a:xfrm>
            <a:off x="3586126" y="3294579"/>
            <a:ext cx="157700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E89E33EB-F40E-AE95-B46D-33E2C0C695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85644" y="3355416"/>
            <a:ext cx="1573890" cy="387350"/>
          </a:xfrm>
        </p:spPr>
        <p:txBody>
          <a:bodyPr>
            <a:noAutofit/>
          </a:bodyPr>
          <a:lstStyle>
            <a:lvl1pPr marL="0" indent="0" algn="ctr">
              <a:buNone/>
              <a:defRPr sz="1000" b="1"/>
            </a:lvl1pPr>
            <a:lvl2pPr marL="180000" indent="0">
              <a:buNone/>
              <a:defRPr sz="1000"/>
            </a:lvl2pPr>
            <a:lvl3pPr marL="360000" indent="0">
              <a:buNone/>
              <a:defRPr sz="1000"/>
            </a:lvl3pPr>
            <a:lvl4pPr marL="540000" indent="0">
              <a:buNone/>
              <a:defRPr sz="1000"/>
            </a:lvl4pPr>
            <a:lvl5pPr marL="720000" indent="0">
              <a:buNone/>
              <a:defRPr sz="1000"/>
            </a:lvl5pPr>
          </a:lstStyle>
          <a:p>
            <a:pPr lvl="0"/>
            <a:r>
              <a:rPr lang="en-US"/>
              <a:t>Click to add name and function</a:t>
            </a:r>
            <a:endParaRPr lang="mk-MK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4A72CF-6851-5222-266E-5AF408264147}"/>
              </a:ext>
            </a:extLst>
          </p:cNvPr>
          <p:cNvSpPr/>
          <p:nvPr userDrawn="1"/>
        </p:nvSpPr>
        <p:spPr>
          <a:xfrm>
            <a:off x="1215394" y="1713953"/>
            <a:ext cx="1580421" cy="2086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dist="152400" dir="3180000" sx="98000" sy="98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100" spc="-20"/>
          </a:p>
        </p:txBody>
      </p:sp>
      <p:sp>
        <p:nvSpPr>
          <p:cNvPr id="34" name="Picture Placeholder 25">
            <a:extLst>
              <a:ext uri="{FF2B5EF4-FFF2-40B4-BE49-F238E27FC236}">
                <a16:creationId xmlns:a16="http://schemas.microsoft.com/office/drawing/2014/main" id="{3BD68674-0A78-7344-B588-2CD22760B107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213977" y="1716937"/>
            <a:ext cx="1572093" cy="15776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2E36613-B9E5-3887-3EE8-888F722A9398}"/>
              </a:ext>
            </a:extLst>
          </p:cNvPr>
          <p:cNvSpPr/>
          <p:nvPr userDrawn="1"/>
        </p:nvSpPr>
        <p:spPr>
          <a:xfrm>
            <a:off x="1212179" y="3294579"/>
            <a:ext cx="1577488" cy="509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1A5F99-8BA1-28D6-CCFD-7ABF719297B8}"/>
              </a:ext>
            </a:extLst>
          </p:cNvPr>
          <p:cNvCxnSpPr>
            <a:cxnSpLocks/>
          </p:cNvCxnSpPr>
          <p:nvPr userDrawn="1"/>
        </p:nvCxnSpPr>
        <p:spPr>
          <a:xfrm>
            <a:off x="1212662" y="3294579"/>
            <a:ext cx="157700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3A555240-D0C7-A132-AF74-855C1C188EC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12180" y="3355416"/>
            <a:ext cx="1573890" cy="387350"/>
          </a:xfrm>
        </p:spPr>
        <p:txBody>
          <a:bodyPr>
            <a:noAutofit/>
          </a:bodyPr>
          <a:lstStyle>
            <a:lvl1pPr marL="0" indent="0" algn="ctr">
              <a:buNone/>
              <a:defRPr sz="1000" b="1"/>
            </a:lvl1pPr>
            <a:lvl2pPr marL="180000" indent="0">
              <a:buNone/>
              <a:defRPr sz="1000"/>
            </a:lvl2pPr>
            <a:lvl3pPr marL="360000" indent="0">
              <a:buNone/>
              <a:defRPr sz="1000"/>
            </a:lvl3pPr>
            <a:lvl4pPr marL="540000" indent="0">
              <a:buNone/>
              <a:defRPr sz="1000"/>
            </a:lvl4pPr>
            <a:lvl5pPr marL="720000" indent="0">
              <a:buNone/>
              <a:defRPr sz="1000"/>
            </a:lvl5pPr>
          </a:lstStyle>
          <a:p>
            <a:pPr lvl="0"/>
            <a:r>
              <a:rPr lang="en-US"/>
              <a:t>Click to add name and function</a:t>
            </a:r>
            <a:endParaRPr lang="mk-M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EB1FB-3376-27E8-FCCD-A67C6961D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69481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tangle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mk-MK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3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D3847D-0559-48C4-894F-E12326BFB226}" type="slidenum">
              <a:rPr lang="mk-MK" smtClean="0"/>
              <a:pPr/>
              <a:t>‹#›</a:t>
            </a:fld>
            <a:endParaRPr lang="mk-M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4A21FD-4E62-8934-8EA5-D97F54EA1E2A}"/>
              </a:ext>
            </a:extLst>
          </p:cNvPr>
          <p:cNvSpPr/>
          <p:nvPr userDrawn="1"/>
        </p:nvSpPr>
        <p:spPr>
          <a:xfrm>
            <a:off x="2861801" y="1503553"/>
            <a:ext cx="1580421" cy="2086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dist="152400" dir="3180000" sx="98000" sy="98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100" spc="-20"/>
          </a:p>
        </p:txBody>
      </p:sp>
      <p:sp>
        <p:nvSpPr>
          <p:cNvPr id="15" name="Picture Placeholder 25">
            <a:extLst>
              <a:ext uri="{FF2B5EF4-FFF2-40B4-BE49-F238E27FC236}">
                <a16:creationId xmlns:a16="http://schemas.microsoft.com/office/drawing/2014/main" id="{4631224C-8F71-18E0-3E91-3C6F6F9EF68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860384" y="1506537"/>
            <a:ext cx="1572093" cy="15776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0B8C3C-CF5D-0D6E-749A-53767D8C0695}"/>
              </a:ext>
            </a:extLst>
          </p:cNvPr>
          <p:cNvSpPr/>
          <p:nvPr userDrawn="1"/>
        </p:nvSpPr>
        <p:spPr>
          <a:xfrm>
            <a:off x="2858586" y="3084179"/>
            <a:ext cx="1577488" cy="509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7C0660F-9F07-7214-2F54-F62D9F4978C0}"/>
              </a:ext>
            </a:extLst>
          </p:cNvPr>
          <p:cNvCxnSpPr>
            <a:cxnSpLocks/>
          </p:cNvCxnSpPr>
          <p:nvPr userDrawn="1"/>
        </p:nvCxnSpPr>
        <p:spPr>
          <a:xfrm>
            <a:off x="2859069" y="3084179"/>
            <a:ext cx="157700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3952815C-3E10-E01E-0B83-8976989680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858587" y="3145016"/>
            <a:ext cx="1573890" cy="387350"/>
          </a:xfrm>
        </p:spPr>
        <p:txBody>
          <a:bodyPr>
            <a:noAutofit/>
          </a:bodyPr>
          <a:lstStyle>
            <a:lvl1pPr marL="0" indent="0" algn="ctr">
              <a:buNone/>
              <a:defRPr sz="1000" b="1"/>
            </a:lvl1pPr>
            <a:lvl2pPr marL="180000" indent="0">
              <a:buNone/>
              <a:defRPr sz="1000"/>
            </a:lvl2pPr>
            <a:lvl3pPr marL="360000" indent="0">
              <a:buNone/>
              <a:defRPr sz="1000"/>
            </a:lvl3pPr>
            <a:lvl4pPr marL="540000" indent="0">
              <a:buNone/>
              <a:defRPr sz="1000"/>
            </a:lvl4pPr>
            <a:lvl5pPr marL="720000" indent="0">
              <a:buNone/>
              <a:defRPr sz="1000"/>
            </a:lvl5pPr>
          </a:lstStyle>
          <a:p>
            <a:pPr lvl="0"/>
            <a:r>
              <a:rPr lang="en-US"/>
              <a:t>Click to add name and function</a:t>
            </a:r>
            <a:endParaRPr lang="mk-MK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221B73D-4B87-2E9E-9A71-7409F9CB213F}"/>
              </a:ext>
            </a:extLst>
          </p:cNvPr>
          <p:cNvSpPr/>
          <p:nvPr userDrawn="1"/>
        </p:nvSpPr>
        <p:spPr>
          <a:xfrm>
            <a:off x="4950892" y="1500414"/>
            <a:ext cx="1580421" cy="2086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dist="152400" dir="3180000" sx="98000" sy="98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100" spc="-20"/>
          </a:p>
        </p:txBody>
      </p:sp>
      <p:sp>
        <p:nvSpPr>
          <p:cNvPr id="51" name="Picture Placeholder 25">
            <a:extLst>
              <a:ext uri="{FF2B5EF4-FFF2-40B4-BE49-F238E27FC236}">
                <a16:creationId xmlns:a16="http://schemas.microsoft.com/office/drawing/2014/main" id="{114E244A-DA45-8F45-B982-EAB219339AF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949475" y="1503398"/>
            <a:ext cx="1572093" cy="15776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97C45A6-B245-63D5-96D7-3E9086C7F5DF}"/>
              </a:ext>
            </a:extLst>
          </p:cNvPr>
          <p:cNvSpPr/>
          <p:nvPr userDrawn="1"/>
        </p:nvSpPr>
        <p:spPr>
          <a:xfrm>
            <a:off x="4947677" y="3081040"/>
            <a:ext cx="1577488" cy="509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01B352D-1722-00F8-8565-E47BF453B993}"/>
              </a:ext>
            </a:extLst>
          </p:cNvPr>
          <p:cNvCxnSpPr>
            <a:cxnSpLocks/>
          </p:cNvCxnSpPr>
          <p:nvPr userDrawn="1"/>
        </p:nvCxnSpPr>
        <p:spPr>
          <a:xfrm>
            <a:off x="4948160" y="3081040"/>
            <a:ext cx="157700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35">
            <a:extLst>
              <a:ext uri="{FF2B5EF4-FFF2-40B4-BE49-F238E27FC236}">
                <a16:creationId xmlns:a16="http://schemas.microsoft.com/office/drawing/2014/main" id="{AEBA04B0-DF73-6A83-FACF-2B9361F473C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947678" y="3141877"/>
            <a:ext cx="1573890" cy="387350"/>
          </a:xfrm>
        </p:spPr>
        <p:txBody>
          <a:bodyPr>
            <a:noAutofit/>
          </a:bodyPr>
          <a:lstStyle>
            <a:lvl1pPr marL="0" indent="0" algn="ctr">
              <a:buNone/>
              <a:defRPr sz="1000" b="1"/>
            </a:lvl1pPr>
            <a:lvl2pPr marL="180000" indent="0">
              <a:buNone/>
              <a:defRPr sz="1000"/>
            </a:lvl2pPr>
            <a:lvl3pPr marL="360000" indent="0">
              <a:buNone/>
              <a:defRPr sz="1000"/>
            </a:lvl3pPr>
            <a:lvl4pPr marL="540000" indent="0">
              <a:buNone/>
              <a:defRPr sz="1000"/>
            </a:lvl4pPr>
            <a:lvl5pPr marL="720000" indent="0">
              <a:buNone/>
              <a:defRPr sz="1000"/>
            </a:lvl5pPr>
          </a:lstStyle>
          <a:p>
            <a:pPr lvl="0"/>
            <a:r>
              <a:rPr lang="en-US"/>
              <a:t>Click to add name and function</a:t>
            </a:r>
            <a:endParaRPr lang="mk-MK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6C781A9-4409-A7FF-D019-3BEBAFF0EC24}"/>
              </a:ext>
            </a:extLst>
          </p:cNvPr>
          <p:cNvSpPr/>
          <p:nvPr userDrawn="1"/>
        </p:nvSpPr>
        <p:spPr>
          <a:xfrm>
            <a:off x="7053909" y="1497275"/>
            <a:ext cx="1580421" cy="2086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dist="152400" dir="3180000" sx="98000" sy="98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100" spc="-20"/>
          </a:p>
        </p:txBody>
      </p:sp>
      <p:sp>
        <p:nvSpPr>
          <p:cNvPr id="56" name="Picture Placeholder 25">
            <a:extLst>
              <a:ext uri="{FF2B5EF4-FFF2-40B4-BE49-F238E27FC236}">
                <a16:creationId xmlns:a16="http://schemas.microsoft.com/office/drawing/2014/main" id="{6629D0DF-B121-29E5-583F-D6885BBC8FB0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052492" y="1500259"/>
            <a:ext cx="1572093" cy="15776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EA5ECD7-9089-C9FD-E53E-52F99B0D2492}"/>
              </a:ext>
            </a:extLst>
          </p:cNvPr>
          <p:cNvSpPr/>
          <p:nvPr userDrawn="1"/>
        </p:nvSpPr>
        <p:spPr>
          <a:xfrm>
            <a:off x="7050694" y="3077901"/>
            <a:ext cx="1577488" cy="509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31F1A55-C736-5A65-7A97-6FCC6B6058B4}"/>
              </a:ext>
            </a:extLst>
          </p:cNvPr>
          <p:cNvCxnSpPr>
            <a:cxnSpLocks/>
          </p:cNvCxnSpPr>
          <p:nvPr userDrawn="1"/>
        </p:nvCxnSpPr>
        <p:spPr>
          <a:xfrm>
            <a:off x="7051177" y="3077901"/>
            <a:ext cx="157700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Placeholder 35">
            <a:extLst>
              <a:ext uri="{FF2B5EF4-FFF2-40B4-BE49-F238E27FC236}">
                <a16:creationId xmlns:a16="http://schemas.microsoft.com/office/drawing/2014/main" id="{D4D31DC8-7B29-DDC0-B9C1-32E67F69E62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050695" y="3138738"/>
            <a:ext cx="1573890" cy="387350"/>
          </a:xfrm>
        </p:spPr>
        <p:txBody>
          <a:bodyPr>
            <a:noAutofit/>
          </a:bodyPr>
          <a:lstStyle>
            <a:lvl1pPr marL="0" indent="0" algn="ctr">
              <a:buNone/>
              <a:defRPr sz="1000" b="1"/>
            </a:lvl1pPr>
            <a:lvl2pPr marL="180000" indent="0">
              <a:buNone/>
              <a:defRPr sz="1000"/>
            </a:lvl2pPr>
            <a:lvl3pPr marL="360000" indent="0">
              <a:buNone/>
              <a:defRPr sz="1000"/>
            </a:lvl3pPr>
            <a:lvl4pPr marL="540000" indent="0">
              <a:buNone/>
              <a:defRPr sz="1000"/>
            </a:lvl4pPr>
            <a:lvl5pPr marL="720000" indent="0">
              <a:buNone/>
              <a:defRPr sz="1000"/>
            </a:lvl5pPr>
          </a:lstStyle>
          <a:p>
            <a:pPr lvl="0"/>
            <a:r>
              <a:rPr lang="en-US"/>
              <a:t>Click to add name and function</a:t>
            </a:r>
            <a:endParaRPr lang="mk-MK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73BCEA2-ACB7-2033-FFBF-4B5294BC09CB}"/>
              </a:ext>
            </a:extLst>
          </p:cNvPr>
          <p:cNvSpPr/>
          <p:nvPr userDrawn="1"/>
        </p:nvSpPr>
        <p:spPr>
          <a:xfrm>
            <a:off x="749421" y="1494136"/>
            <a:ext cx="1580421" cy="2086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dist="152400" dir="3180000" sx="98000" sy="98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100" spc="-20"/>
          </a:p>
        </p:txBody>
      </p:sp>
      <p:sp>
        <p:nvSpPr>
          <p:cNvPr id="61" name="Picture Placeholder 25">
            <a:extLst>
              <a:ext uri="{FF2B5EF4-FFF2-40B4-BE49-F238E27FC236}">
                <a16:creationId xmlns:a16="http://schemas.microsoft.com/office/drawing/2014/main" id="{C86930A1-0F85-461D-2971-DCE9C5EFD24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48004" y="1497120"/>
            <a:ext cx="1572093" cy="15776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02705EE-EA71-5D09-9DCB-B3FEDE2FDC70}"/>
              </a:ext>
            </a:extLst>
          </p:cNvPr>
          <p:cNvSpPr/>
          <p:nvPr userDrawn="1"/>
        </p:nvSpPr>
        <p:spPr>
          <a:xfrm>
            <a:off x="746206" y="3074762"/>
            <a:ext cx="1577488" cy="509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5B0A951-3716-D936-967D-093F48BE6DDA}"/>
              </a:ext>
            </a:extLst>
          </p:cNvPr>
          <p:cNvCxnSpPr>
            <a:cxnSpLocks/>
          </p:cNvCxnSpPr>
          <p:nvPr userDrawn="1"/>
        </p:nvCxnSpPr>
        <p:spPr>
          <a:xfrm>
            <a:off x="746689" y="3074762"/>
            <a:ext cx="157700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 Placeholder 35">
            <a:extLst>
              <a:ext uri="{FF2B5EF4-FFF2-40B4-BE49-F238E27FC236}">
                <a16:creationId xmlns:a16="http://schemas.microsoft.com/office/drawing/2014/main" id="{FDA0D17B-2A3B-9971-01B2-D9EA8B62087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46207" y="3135599"/>
            <a:ext cx="1573890" cy="387350"/>
          </a:xfrm>
        </p:spPr>
        <p:txBody>
          <a:bodyPr>
            <a:noAutofit/>
          </a:bodyPr>
          <a:lstStyle>
            <a:lvl1pPr marL="0" indent="0" algn="ctr">
              <a:buNone/>
              <a:defRPr sz="1000" b="1"/>
            </a:lvl1pPr>
            <a:lvl2pPr marL="180000" indent="0">
              <a:buNone/>
              <a:defRPr sz="1000"/>
            </a:lvl2pPr>
            <a:lvl3pPr marL="360000" indent="0">
              <a:buNone/>
              <a:defRPr sz="1000"/>
            </a:lvl3pPr>
            <a:lvl4pPr marL="540000" indent="0">
              <a:buNone/>
              <a:defRPr sz="1000"/>
            </a:lvl4pPr>
            <a:lvl5pPr marL="720000" indent="0">
              <a:buNone/>
              <a:defRPr sz="1000"/>
            </a:lvl5pPr>
          </a:lstStyle>
          <a:p>
            <a:pPr lvl="0"/>
            <a:r>
              <a:rPr lang="en-US"/>
              <a:t>Click to add name and function</a:t>
            </a:r>
            <a:endParaRPr lang="mk-M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8204C-4B7C-2B78-55FE-166CBFC23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664384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tangle 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mk-MK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3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D3847D-0559-48C4-894F-E12326BFB226}" type="slidenum">
              <a:rPr lang="mk-MK" smtClean="0"/>
              <a:pPr/>
              <a:t>‹#›</a:t>
            </a:fld>
            <a:endParaRPr lang="mk-M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123A70-3AB8-1FFF-55F3-86E08CA90B83}"/>
              </a:ext>
            </a:extLst>
          </p:cNvPr>
          <p:cNvSpPr/>
          <p:nvPr userDrawn="1"/>
        </p:nvSpPr>
        <p:spPr>
          <a:xfrm>
            <a:off x="7246079" y="1511173"/>
            <a:ext cx="1580421" cy="2086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dist="152400" dir="3180000" sx="98000" sy="98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100" spc="-20"/>
          </a:p>
        </p:txBody>
      </p:sp>
      <p:sp>
        <p:nvSpPr>
          <p:cNvPr id="15" name="Picture Placeholder 25">
            <a:extLst>
              <a:ext uri="{FF2B5EF4-FFF2-40B4-BE49-F238E27FC236}">
                <a16:creationId xmlns:a16="http://schemas.microsoft.com/office/drawing/2014/main" id="{E1CE4D0D-A5C2-FD2E-F421-BF7DA643087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244662" y="1514157"/>
            <a:ext cx="1572093" cy="15776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DAC505-815C-3B8A-4B58-E836B72781AC}"/>
              </a:ext>
            </a:extLst>
          </p:cNvPr>
          <p:cNvSpPr/>
          <p:nvPr userDrawn="1"/>
        </p:nvSpPr>
        <p:spPr>
          <a:xfrm>
            <a:off x="7242864" y="3091799"/>
            <a:ext cx="1577488" cy="509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7AEE248-658D-D47E-4D1F-5F717A6FC963}"/>
              </a:ext>
            </a:extLst>
          </p:cNvPr>
          <p:cNvCxnSpPr>
            <a:cxnSpLocks/>
          </p:cNvCxnSpPr>
          <p:nvPr userDrawn="1"/>
        </p:nvCxnSpPr>
        <p:spPr>
          <a:xfrm>
            <a:off x="7243347" y="3091799"/>
            <a:ext cx="157700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5A6EDE6D-EE5F-74CB-411A-9B1352E8CBF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42865" y="3152636"/>
            <a:ext cx="1573890" cy="387350"/>
          </a:xfrm>
        </p:spPr>
        <p:txBody>
          <a:bodyPr>
            <a:noAutofit/>
          </a:bodyPr>
          <a:lstStyle>
            <a:lvl1pPr marL="0" indent="0" algn="ctr">
              <a:buNone/>
              <a:defRPr sz="1000" b="1"/>
            </a:lvl1pPr>
            <a:lvl2pPr marL="180000" indent="0">
              <a:buNone/>
              <a:defRPr sz="1000"/>
            </a:lvl2pPr>
            <a:lvl3pPr marL="360000" indent="0">
              <a:buNone/>
              <a:defRPr sz="1000"/>
            </a:lvl3pPr>
            <a:lvl4pPr marL="540000" indent="0">
              <a:buNone/>
              <a:defRPr sz="1000"/>
            </a:lvl4pPr>
            <a:lvl5pPr marL="720000" indent="0">
              <a:buNone/>
              <a:defRPr sz="1000"/>
            </a:lvl5pPr>
          </a:lstStyle>
          <a:p>
            <a:pPr lvl="0"/>
            <a:r>
              <a:rPr lang="en-US"/>
              <a:t>Click to add name and function</a:t>
            </a:r>
            <a:endParaRPr lang="mk-MK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4389AA-06AB-B6CE-A033-07572F5E91DC}"/>
              </a:ext>
            </a:extLst>
          </p:cNvPr>
          <p:cNvSpPr/>
          <p:nvPr userDrawn="1"/>
        </p:nvSpPr>
        <p:spPr>
          <a:xfrm>
            <a:off x="5531579" y="1508034"/>
            <a:ext cx="1580421" cy="2086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dist="152400" dir="3180000" sx="98000" sy="98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100" spc="-20"/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2771E85E-F8B8-4BDE-82ED-0841C4611E4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530162" y="1511018"/>
            <a:ext cx="1572093" cy="15776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38A7D4-1949-9C52-F1F4-0D638C181352}"/>
              </a:ext>
            </a:extLst>
          </p:cNvPr>
          <p:cNvSpPr/>
          <p:nvPr userDrawn="1"/>
        </p:nvSpPr>
        <p:spPr>
          <a:xfrm>
            <a:off x="5528364" y="3088660"/>
            <a:ext cx="1577488" cy="509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8C13DFA-32D3-AD23-FEED-7CC079751E9A}"/>
              </a:ext>
            </a:extLst>
          </p:cNvPr>
          <p:cNvCxnSpPr>
            <a:cxnSpLocks/>
          </p:cNvCxnSpPr>
          <p:nvPr userDrawn="1"/>
        </p:nvCxnSpPr>
        <p:spPr>
          <a:xfrm>
            <a:off x="5528847" y="3088660"/>
            <a:ext cx="157700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5CDAF46C-2423-70F2-183A-D42BAED9960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528365" y="3149497"/>
            <a:ext cx="1573890" cy="387350"/>
          </a:xfrm>
        </p:spPr>
        <p:txBody>
          <a:bodyPr>
            <a:noAutofit/>
          </a:bodyPr>
          <a:lstStyle>
            <a:lvl1pPr marL="0" indent="0" algn="ctr">
              <a:buNone/>
              <a:defRPr sz="1000" b="1"/>
            </a:lvl1pPr>
            <a:lvl2pPr marL="180000" indent="0">
              <a:buNone/>
              <a:defRPr sz="1000"/>
            </a:lvl2pPr>
            <a:lvl3pPr marL="360000" indent="0">
              <a:buNone/>
              <a:defRPr sz="1000"/>
            </a:lvl3pPr>
            <a:lvl4pPr marL="540000" indent="0">
              <a:buNone/>
              <a:defRPr sz="1000"/>
            </a:lvl4pPr>
            <a:lvl5pPr marL="720000" indent="0">
              <a:buNone/>
              <a:defRPr sz="1000"/>
            </a:lvl5pPr>
          </a:lstStyle>
          <a:p>
            <a:pPr lvl="0"/>
            <a:r>
              <a:rPr lang="en-US"/>
              <a:t>Click to add name and function</a:t>
            </a:r>
            <a:endParaRPr lang="mk-MK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55C3DF-2639-83AC-9976-54E4E29135D5}"/>
              </a:ext>
            </a:extLst>
          </p:cNvPr>
          <p:cNvSpPr/>
          <p:nvPr userDrawn="1"/>
        </p:nvSpPr>
        <p:spPr>
          <a:xfrm>
            <a:off x="3827307" y="1504895"/>
            <a:ext cx="1580421" cy="2086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dist="152400" dir="3180000" sx="98000" sy="98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100" spc="-20"/>
          </a:p>
        </p:txBody>
      </p: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7AAC79B7-51B1-CE21-F399-08E76D7734D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25890" y="1507879"/>
            <a:ext cx="1572093" cy="15776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D71693-123D-3CEB-AD74-5C15205AA463}"/>
              </a:ext>
            </a:extLst>
          </p:cNvPr>
          <p:cNvSpPr/>
          <p:nvPr userDrawn="1"/>
        </p:nvSpPr>
        <p:spPr>
          <a:xfrm>
            <a:off x="3824092" y="3085521"/>
            <a:ext cx="1577488" cy="509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CEA812E-E730-41C3-0EA5-552BDB7EE588}"/>
              </a:ext>
            </a:extLst>
          </p:cNvPr>
          <p:cNvCxnSpPr>
            <a:cxnSpLocks/>
          </p:cNvCxnSpPr>
          <p:nvPr userDrawn="1"/>
        </p:nvCxnSpPr>
        <p:spPr>
          <a:xfrm>
            <a:off x="3824575" y="3085521"/>
            <a:ext cx="157700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35">
            <a:extLst>
              <a:ext uri="{FF2B5EF4-FFF2-40B4-BE49-F238E27FC236}">
                <a16:creationId xmlns:a16="http://schemas.microsoft.com/office/drawing/2014/main" id="{F3C141E2-82B2-E75D-0661-3F4194AC776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824093" y="3146358"/>
            <a:ext cx="1573890" cy="387350"/>
          </a:xfrm>
        </p:spPr>
        <p:txBody>
          <a:bodyPr>
            <a:noAutofit/>
          </a:bodyPr>
          <a:lstStyle>
            <a:lvl1pPr marL="0" indent="0" algn="ctr">
              <a:buNone/>
              <a:defRPr sz="1000" b="1"/>
            </a:lvl1pPr>
            <a:lvl2pPr marL="180000" indent="0">
              <a:buNone/>
              <a:defRPr sz="1000"/>
            </a:lvl2pPr>
            <a:lvl3pPr marL="360000" indent="0">
              <a:buNone/>
              <a:defRPr sz="1000"/>
            </a:lvl3pPr>
            <a:lvl4pPr marL="540000" indent="0">
              <a:buNone/>
              <a:defRPr sz="1000"/>
            </a:lvl4pPr>
            <a:lvl5pPr marL="720000" indent="0">
              <a:buNone/>
              <a:defRPr sz="1000"/>
            </a:lvl5pPr>
          </a:lstStyle>
          <a:p>
            <a:pPr lvl="0"/>
            <a:r>
              <a:rPr lang="en-US"/>
              <a:t>Click to add name and function</a:t>
            </a:r>
            <a:endParaRPr lang="mk-MK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259E543-A472-D396-3250-425D8051CF5E}"/>
              </a:ext>
            </a:extLst>
          </p:cNvPr>
          <p:cNvSpPr/>
          <p:nvPr userDrawn="1"/>
        </p:nvSpPr>
        <p:spPr>
          <a:xfrm>
            <a:off x="2135995" y="1501756"/>
            <a:ext cx="1580421" cy="2086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dist="152400" dir="3180000" sx="98000" sy="98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100" spc="-20"/>
          </a:p>
        </p:txBody>
      </p:sp>
      <p:sp>
        <p:nvSpPr>
          <p:cNvPr id="46" name="Picture Placeholder 25">
            <a:extLst>
              <a:ext uri="{FF2B5EF4-FFF2-40B4-BE49-F238E27FC236}">
                <a16:creationId xmlns:a16="http://schemas.microsoft.com/office/drawing/2014/main" id="{0BFEFEED-390A-B665-ED69-0AF297A76CC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134578" y="1504740"/>
            <a:ext cx="1572093" cy="15776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BEF1E79-D521-CD89-7D97-F6BBFA125D19}"/>
              </a:ext>
            </a:extLst>
          </p:cNvPr>
          <p:cNvSpPr/>
          <p:nvPr userDrawn="1"/>
        </p:nvSpPr>
        <p:spPr>
          <a:xfrm>
            <a:off x="2132780" y="3082382"/>
            <a:ext cx="1577488" cy="509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F1084BB-69A8-26D3-2206-0A47B2A251BB}"/>
              </a:ext>
            </a:extLst>
          </p:cNvPr>
          <p:cNvCxnSpPr>
            <a:cxnSpLocks/>
          </p:cNvCxnSpPr>
          <p:nvPr userDrawn="1"/>
        </p:nvCxnSpPr>
        <p:spPr>
          <a:xfrm>
            <a:off x="2133263" y="3082382"/>
            <a:ext cx="157700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35">
            <a:extLst>
              <a:ext uri="{FF2B5EF4-FFF2-40B4-BE49-F238E27FC236}">
                <a16:creationId xmlns:a16="http://schemas.microsoft.com/office/drawing/2014/main" id="{00784EDC-4A2E-22DC-9816-4AF934A85BE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32781" y="3143219"/>
            <a:ext cx="1573890" cy="387350"/>
          </a:xfrm>
        </p:spPr>
        <p:txBody>
          <a:bodyPr>
            <a:noAutofit/>
          </a:bodyPr>
          <a:lstStyle>
            <a:lvl1pPr marL="0" indent="0" algn="ctr">
              <a:buNone/>
              <a:defRPr sz="1000" b="1"/>
            </a:lvl1pPr>
            <a:lvl2pPr marL="180000" indent="0">
              <a:buNone/>
              <a:defRPr sz="1000"/>
            </a:lvl2pPr>
            <a:lvl3pPr marL="360000" indent="0">
              <a:buNone/>
              <a:defRPr sz="1000"/>
            </a:lvl3pPr>
            <a:lvl4pPr marL="540000" indent="0">
              <a:buNone/>
              <a:defRPr sz="1000"/>
            </a:lvl4pPr>
            <a:lvl5pPr marL="720000" indent="0">
              <a:buNone/>
              <a:defRPr sz="1000"/>
            </a:lvl5pPr>
          </a:lstStyle>
          <a:p>
            <a:pPr lvl="0"/>
            <a:r>
              <a:rPr lang="en-US"/>
              <a:t>Click to add name and function</a:t>
            </a:r>
            <a:endParaRPr lang="mk-MK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E97072-93A0-B7B1-420A-075679569880}"/>
              </a:ext>
            </a:extLst>
          </p:cNvPr>
          <p:cNvSpPr/>
          <p:nvPr userDrawn="1"/>
        </p:nvSpPr>
        <p:spPr>
          <a:xfrm>
            <a:off x="409874" y="1498617"/>
            <a:ext cx="1580421" cy="2086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dist="152400" dir="3180000" sx="98000" sy="98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en-US" sz="1100" spc="-20"/>
          </a:p>
        </p:txBody>
      </p:sp>
      <p:sp>
        <p:nvSpPr>
          <p:cNvPr id="51" name="Picture Placeholder 25">
            <a:extLst>
              <a:ext uri="{FF2B5EF4-FFF2-40B4-BE49-F238E27FC236}">
                <a16:creationId xmlns:a16="http://schemas.microsoft.com/office/drawing/2014/main" id="{B1EDE71A-258C-D09C-0BFA-11167A2E5CAE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08457" y="1501601"/>
            <a:ext cx="1572093" cy="15776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F207A83-9EFE-912D-04DD-E94F545B2AC3}"/>
              </a:ext>
            </a:extLst>
          </p:cNvPr>
          <p:cNvSpPr/>
          <p:nvPr userDrawn="1"/>
        </p:nvSpPr>
        <p:spPr>
          <a:xfrm>
            <a:off x="406659" y="3079243"/>
            <a:ext cx="1577488" cy="509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AD66C1C-B349-3064-3802-82C85AFD4728}"/>
              </a:ext>
            </a:extLst>
          </p:cNvPr>
          <p:cNvCxnSpPr>
            <a:cxnSpLocks/>
          </p:cNvCxnSpPr>
          <p:nvPr userDrawn="1"/>
        </p:nvCxnSpPr>
        <p:spPr>
          <a:xfrm>
            <a:off x="407142" y="3079243"/>
            <a:ext cx="157700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35">
            <a:extLst>
              <a:ext uri="{FF2B5EF4-FFF2-40B4-BE49-F238E27FC236}">
                <a16:creationId xmlns:a16="http://schemas.microsoft.com/office/drawing/2014/main" id="{4CA4F81B-87B8-858C-FCB8-D91297A078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06660" y="3140080"/>
            <a:ext cx="1573890" cy="387350"/>
          </a:xfrm>
        </p:spPr>
        <p:txBody>
          <a:bodyPr>
            <a:noAutofit/>
          </a:bodyPr>
          <a:lstStyle>
            <a:lvl1pPr marL="0" indent="0" algn="ctr">
              <a:buNone/>
              <a:defRPr sz="1000" b="1"/>
            </a:lvl1pPr>
            <a:lvl2pPr marL="180000" indent="0">
              <a:buNone/>
              <a:defRPr sz="1000"/>
            </a:lvl2pPr>
            <a:lvl3pPr marL="360000" indent="0">
              <a:buNone/>
              <a:defRPr sz="1000"/>
            </a:lvl3pPr>
            <a:lvl4pPr marL="540000" indent="0">
              <a:buNone/>
              <a:defRPr sz="1000"/>
            </a:lvl4pPr>
            <a:lvl5pPr marL="720000" indent="0">
              <a:buNone/>
              <a:defRPr sz="1000"/>
            </a:lvl5pPr>
          </a:lstStyle>
          <a:p>
            <a:pPr lvl="0"/>
            <a:r>
              <a:rPr lang="en-US"/>
              <a:t>Click to add name and function</a:t>
            </a:r>
            <a:endParaRPr lang="mk-M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4C5563-8FA2-7EE5-98F2-37053CBE2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446358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tangle 10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9F68602-5754-5D1E-270B-9CE9408EB7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30791" y="1032810"/>
            <a:ext cx="1537327" cy="15357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CE4E7F25-FDA4-592E-DB65-5204A8158F8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115499" y="1032813"/>
            <a:ext cx="1531806" cy="15357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05156DF3-67BA-13CB-CDB4-D23C8294471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800156" y="1036292"/>
            <a:ext cx="1531806" cy="15354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32" name="Picture Placeholder 25">
            <a:extLst>
              <a:ext uri="{FF2B5EF4-FFF2-40B4-BE49-F238E27FC236}">
                <a16:creationId xmlns:a16="http://schemas.microsoft.com/office/drawing/2014/main" id="{325ACA81-1715-92D0-FC18-4310666C9AC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484813" y="1032808"/>
            <a:ext cx="1545752" cy="15354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9" name="Picture Placeholder 25">
            <a:extLst>
              <a:ext uri="{FF2B5EF4-FFF2-40B4-BE49-F238E27FC236}">
                <a16:creationId xmlns:a16="http://schemas.microsoft.com/office/drawing/2014/main" id="{420FC534-5BAC-5460-A59A-8BE6629DFDF2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176091" y="1036288"/>
            <a:ext cx="1545752" cy="15354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47D00D45-FC3B-930C-2516-3ED9A40FFED4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30924" y="2755224"/>
            <a:ext cx="1537327" cy="15357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15" name="Picture Placeholder 25">
            <a:extLst>
              <a:ext uri="{FF2B5EF4-FFF2-40B4-BE49-F238E27FC236}">
                <a16:creationId xmlns:a16="http://schemas.microsoft.com/office/drawing/2014/main" id="{1E376481-EE12-40DC-7EF6-B9EA0A14A86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115632" y="2755227"/>
            <a:ext cx="1531806" cy="15357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16" name="Picture Placeholder 25">
            <a:extLst>
              <a:ext uri="{FF2B5EF4-FFF2-40B4-BE49-F238E27FC236}">
                <a16:creationId xmlns:a16="http://schemas.microsoft.com/office/drawing/2014/main" id="{5653F407-1170-4BD0-C666-E6E112A4849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00289" y="2758706"/>
            <a:ext cx="1531806" cy="15354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25" name="Picture Placeholder 25">
            <a:extLst>
              <a:ext uri="{FF2B5EF4-FFF2-40B4-BE49-F238E27FC236}">
                <a16:creationId xmlns:a16="http://schemas.microsoft.com/office/drawing/2014/main" id="{78B60EFC-3877-DC13-C986-F5BBAB38AA08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484946" y="2755222"/>
            <a:ext cx="1545752" cy="15354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34" name="Picture Placeholder 25">
            <a:extLst>
              <a:ext uri="{FF2B5EF4-FFF2-40B4-BE49-F238E27FC236}">
                <a16:creationId xmlns:a16="http://schemas.microsoft.com/office/drawing/2014/main" id="{11ABBFD7-6ABA-3B9B-C293-3DFE8586D0FE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176224" y="2758702"/>
            <a:ext cx="1545752" cy="15354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mk-M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mk-MK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3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D3847D-0559-48C4-894F-E12326BFB226}" type="slidenum">
              <a:rPr lang="mk-MK" smtClean="0"/>
              <a:pPr/>
              <a:t>‹#›</a:t>
            </a:fld>
            <a:endParaRPr lang="mk-M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8FF047-39E8-F9CA-2F61-D5531C03B02B}"/>
              </a:ext>
            </a:extLst>
          </p:cNvPr>
          <p:cNvSpPr/>
          <p:nvPr userDrawn="1"/>
        </p:nvSpPr>
        <p:spPr>
          <a:xfrm>
            <a:off x="5491924" y="2894303"/>
            <a:ext cx="1535307" cy="495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483763-80A8-2D9A-517F-E63AFF29649C}"/>
              </a:ext>
            </a:extLst>
          </p:cNvPr>
          <p:cNvSpPr/>
          <p:nvPr userDrawn="1"/>
        </p:nvSpPr>
        <p:spPr>
          <a:xfrm>
            <a:off x="2112181" y="2894307"/>
            <a:ext cx="1535307" cy="495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5C1EE2-D798-7BC1-B380-6B181E59310A}"/>
              </a:ext>
            </a:extLst>
          </p:cNvPr>
          <p:cNvSpPr/>
          <p:nvPr userDrawn="1"/>
        </p:nvSpPr>
        <p:spPr>
          <a:xfrm>
            <a:off x="3794737" y="2897787"/>
            <a:ext cx="1535307" cy="495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8C6AFC-EF1D-F094-E5C9-BFF940CD51EB}"/>
              </a:ext>
            </a:extLst>
          </p:cNvPr>
          <p:cNvSpPr/>
          <p:nvPr userDrawn="1"/>
        </p:nvSpPr>
        <p:spPr>
          <a:xfrm>
            <a:off x="426720" y="2894303"/>
            <a:ext cx="1535307" cy="495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CCD5D4-C39E-44DB-9FC1-D1BBC97F17B0}"/>
              </a:ext>
            </a:extLst>
          </p:cNvPr>
          <p:cNvSpPr/>
          <p:nvPr userDrawn="1"/>
        </p:nvSpPr>
        <p:spPr>
          <a:xfrm>
            <a:off x="430340" y="1032962"/>
            <a:ext cx="1545428" cy="153530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C1F2F9-5901-042B-96AA-374379382DB3}"/>
              </a:ext>
            </a:extLst>
          </p:cNvPr>
          <p:cNvSpPr/>
          <p:nvPr userDrawn="1"/>
        </p:nvSpPr>
        <p:spPr>
          <a:xfrm>
            <a:off x="2112385" y="1032966"/>
            <a:ext cx="1534838" cy="153530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A3822A-95E8-F347-6304-78AF89CCA3B7}"/>
              </a:ext>
            </a:extLst>
          </p:cNvPr>
          <p:cNvSpPr/>
          <p:nvPr userDrawn="1"/>
        </p:nvSpPr>
        <p:spPr>
          <a:xfrm>
            <a:off x="3798841" y="1036446"/>
            <a:ext cx="1534838" cy="153530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CBE7D9-6C00-5BFD-C0B9-C5662224B4F0}"/>
              </a:ext>
            </a:extLst>
          </p:cNvPr>
          <p:cNvSpPr/>
          <p:nvPr userDrawn="1"/>
        </p:nvSpPr>
        <p:spPr>
          <a:xfrm>
            <a:off x="5490421" y="1032962"/>
            <a:ext cx="1534838" cy="153530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C6C681-97F2-0FAE-9C8B-58CE4B84B240}"/>
              </a:ext>
            </a:extLst>
          </p:cNvPr>
          <p:cNvSpPr/>
          <p:nvPr userDrawn="1"/>
        </p:nvSpPr>
        <p:spPr>
          <a:xfrm>
            <a:off x="7183202" y="2897783"/>
            <a:ext cx="1535307" cy="495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58D544-9C89-B53D-DE6C-919B8508E7D2}"/>
              </a:ext>
            </a:extLst>
          </p:cNvPr>
          <p:cNvSpPr/>
          <p:nvPr userDrawn="1"/>
        </p:nvSpPr>
        <p:spPr>
          <a:xfrm>
            <a:off x="7181699" y="1036442"/>
            <a:ext cx="1534838" cy="153530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945CA0-BA3D-AA9B-85FE-E532BB7FE503}"/>
              </a:ext>
            </a:extLst>
          </p:cNvPr>
          <p:cNvSpPr/>
          <p:nvPr userDrawn="1"/>
        </p:nvSpPr>
        <p:spPr>
          <a:xfrm>
            <a:off x="430473" y="2755376"/>
            <a:ext cx="1545428" cy="153530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90C409-A2CA-5A01-6C44-91A8E3760F43}"/>
              </a:ext>
            </a:extLst>
          </p:cNvPr>
          <p:cNvSpPr/>
          <p:nvPr userDrawn="1"/>
        </p:nvSpPr>
        <p:spPr>
          <a:xfrm>
            <a:off x="2112518" y="2755380"/>
            <a:ext cx="1534838" cy="153530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E958B2-FA86-F83D-3222-A7376AA46A20}"/>
              </a:ext>
            </a:extLst>
          </p:cNvPr>
          <p:cNvSpPr/>
          <p:nvPr userDrawn="1"/>
        </p:nvSpPr>
        <p:spPr>
          <a:xfrm>
            <a:off x="3798974" y="2758860"/>
            <a:ext cx="1534838" cy="153530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E764D5-7C8A-708F-8F10-A2161677C747}"/>
              </a:ext>
            </a:extLst>
          </p:cNvPr>
          <p:cNvSpPr/>
          <p:nvPr userDrawn="1"/>
        </p:nvSpPr>
        <p:spPr>
          <a:xfrm>
            <a:off x="5490554" y="2755376"/>
            <a:ext cx="1534838" cy="153530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14125E-0C87-0F6C-8B39-786167223BFD}"/>
              </a:ext>
            </a:extLst>
          </p:cNvPr>
          <p:cNvSpPr/>
          <p:nvPr userDrawn="1"/>
        </p:nvSpPr>
        <p:spPr>
          <a:xfrm>
            <a:off x="7181832" y="2758856"/>
            <a:ext cx="1534838" cy="153530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mk-MK" sz="1400" spc="-2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A79065F-BA0D-7974-B672-A7D54DA0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195264"/>
            <a:ext cx="8214361" cy="576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047062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Blu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">
            <a:extLst>
              <a:ext uri="{FF2B5EF4-FFF2-40B4-BE49-F238E27FC236}">
                <a16:creationId xmlns:a16="http://schemas.microsoft.com/office/drawing/2014/main" id="{E30BFFC6-F7DB-E02B-AA42-66745865B8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0"/>
            <a:ext cx="3059999" cy="514350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0" tIns="288000" rIns="360000" bIns="288000" numCol="1" spcCol="360000" rtlCol="0" anchor="ctr">
            <a:noAutofit/>
          </a:bodyPr>
          <a:lstStyle/>
          <a:p>
            <a:pPr algn="ctr"/>
            <a:endParaRPr lang="en-US" noProof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BF614D31-713A-424A-8A81-0FBA89C12F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6058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BF614D31-713A-424A-8A81-0FBA89C12F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25869002-9E6C-4E50-BE67-F7197625B1A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0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4B41FA1-6E79-4CA5-BDEF-AB4DA7FD36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41866" y="193949"/>
            <a:ext cx="5722748" cy="4501876"/>
          </a:xfrm>
        </p:spPr>
        <p:txBody>
          <a:bodyPr l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lang="de-DE" sz="1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705E357-08A8-6512-58F4-4CB625C48F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241866" y="4752000"/>
            <a:ext cx="4121149" cy="2664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CH"/>
              <a:t>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2537E2D-E832-ED99-DCD1-7A977C648C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42266" y="4752000"/>
            <a:ext cx="419867" cy="2664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2239F630-29BB-1A56-9286-3928BDA9F566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43839" y="1108985"/>
            <a:ext cx="2628901" cy="430994"/>
          </a:xfrm>
          <a:prstGeom prst="rect">
            <a:avLst/>
          </a:prstGeom>
        </p:spPr>
        <p:txBody>
          <a:bodyPr tIns="10800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600" b="0" baseline="0">
                <a:solidFill>
                  <a:srgbClr val="FFFFFF"/>
                </a:solidFill>
                <a:effectLst>
                  <a:glow rad="25400">
                    <a:schemeClr val="tx1">
                      <a:alpha val="15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10" name="Titelplatzhalter 1">
            <a:extLst>
              <a:ext uri="{FF2B5EF4-FFF2-40B4-BE49-F238E27FC236}">
                <a16:creationId xmlns:a16="http://schemas.microsoft.com/office/drawing/2014/main" id="{D7ED1315-2A61-3489-D3D9-EE057DECC87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43840" y="193949"/>
            <a:ext cx="2628900" cy="722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9" name="G+D NCA Logo">
            <a:extLst>
              <a:ext uri="{FF2B5EF4-FFF2-40B4-BE49-F238E27FC236}">
                <a16:creationId xmlns:a16="http://schemas.microsoft.com/office/drawing/2014/main" id="{D0BFF553-0329-D5AF-9FCF-E642D8457C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1867" y="4833551"/>
            <a:ext cx="1224000" cy="1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869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8" orient="horz" pos="57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Blu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">
            <a:extLst>
              <a:ext uri="{FF2B5EF4-FFF2-40B4-BE49-F238E27FC236}">
                <a16:creationId xmlns:a16="http://schemas.microsoft.com/office/drawing/2014/main" id="{E30BFFC6-F7DB-E02B-AA42-66745865B8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571999" cy="514350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0" tIns="288000" rIns="360000" bIns="288000" numCol="1" spcCol="360000" rtlCol="0" anchor="ctr">
            <a:noAutofit/>
          </a:bodyPr>
          <a:lstStyle/>
          <a:p>
            <a:pPr algn="ctr"/>
            <a:endParaRPr lang="en-US" noProof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BF614D31-713A-424A-8A81-0FBA89C12F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6058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BF614D31-713A-424A-8A81-0FBA89C12F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25869002-9E6C-4E50-BE67-F7197625B1A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0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4B41FA1-6E79-4CA5-BDEF-AB4DA7FD36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52975" y="195263"/>
            <a:ext cx="4210050" cy="4502150"/>
          </a:xfrm>
        </p:spPr>
        <p:txBody>
          <a:bodyPr l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lang="de-DE" sz="1600" kern="1200" dirty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20000"/>
              </a:lnSpc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20000"/>
              </a:lnSpc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20000"/>
              </a:lnSpc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705E357-08A8-6512-58F4-4CB625C48F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52974" y="4752000"/>
            <a:ext cx="3059025" cy="2664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CH"/>
              <a:t>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2537E2D-E832-ED99-DCD1-7A977C648C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42266" y="4752000"/>
            <a:ext cx="419867" cy="2664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A645425C-75D3-B0C3-C218-F3C3ADE9B06D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57202" y="1045931"/>
            <a:ext cx="3779520" cy="430994"/>
          </a:xfrm>
          <a:prstGeom prst="rect">
            <a:avLst/>
          </a:prstGeom>
        </p:spPr>
        <p:txBody>
          <a:bodyPr tIns="10800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600" b="0" baseline="0">
                <a:solidFill>
                  <a:srgbClr val="FFFFFF"/>
                </a:solidFill>
                <a:effectLst>
                  <a:glow rad="25400">
                    <a:schemeClr val="tx1">
                      <a:alpha val="15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AB890F8D-7C31-4610-8A33-B51A75C9F9B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1" y="193949"/>
            <a:ext cx="3779520" cy="722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4" name="G+D NCA Logo">
            <a:extLst>
              <a:ext uri="{FF2B5EF4-FFF2-40B4-BE49-F238E27FC236}">
                <a16:creationId xmlns:a16="http://schemas.microsoft.com/office/drawing/2014/main" id="{6812D5AD-A8E8-4F07-F3BB-78B1E5199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1867" y="4833551"/>
            <a:ext cx="1224000" cy="1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771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8" orient="horz" pos="577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Blu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">
            <a:extLst>
              <a:ext uri="{FF2B5EF4-FFF2-40B4-BE49-F238E27FC236}">
                <a16:creationId xmlns:a16="http://schemas.microsoft.com/office/drawing/2014/main" id="{E30BFFC6-F7DB-E02B-AA42-66745865B8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0"/>
            <a:ext cx="6165212" cy="514350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0" tIns="288000" rIns="360000" bIns="288000" numCol="1" spcCol="360000" rtlCol="0" anchor="ctr">
            <a:noAutofit/>
          </a:bodyPr>
          <a:lstStyle/>
          <a:p>
            <a:pPr algn="ctr"/>
            <a:endParaRPr lang="en-US" noProof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BF614D31-713A-424A-8A81-0FBA89C12F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6058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BF614D31-713A-424A-8A81-0FBA89C12F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25869002-9E6C-4E50-BE67-F7197625B1A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0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4B41FA1-6E79-4CA5-BDEF-AB4DA7FD36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47460" y="195263"/>
            <a:ext cx="2617153" cy="4500562"/>
          </a:xfrm>
        </p:spPr>
        <p:txBody>
          <a:bodyPr l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lang="de-DE" sz="1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705E357-08A8-6512-58F4-4CB625C48F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79600" y="4752000"/>
            <a:ext cx="4121149" cy="2664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CH"/>
              <a:t>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2537E2D-E832-ED99-DCD1-7A977C648C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42266" y="4752000"/>
            <a:ext cx="419867" cy="2664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2239F630-29BB-1A56-9286-3928BDA9F566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64819" y="916391"/>
            <a:ext cx="2436209" cy="430994"/>
          </a:xfrm>
          <a:prstGeom prst="rect">
            <a:avLst/>
          </a:prstGeom>
        </p:spPr>
        <p:txBody>
          <a:bodyPr tIns="10800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600" b="0" baseline="0">
                <a:solidFill>
                  <a:srgbClr val="FFFFFF"/>
                </a:solidFill>
                <a:effectLst>
                  <a:glow rad="25400">
                    <a:schemeClr val="tx1">
                      <a:alpha val="15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10" name="Titelplatzhalter 1">
            <a:extLst>
              <a:ext uri="{FF2B5EF4-FFF2-40B4-BE49-F238E27FC236}">
                <a16:creationId xmlns:a16="http://schemas.microsoft.com/office/drawing/2014/main" id="{D7ED1315-2A61-3489-D3D9-EE057DECC87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4821" y="193949"/>
            <a:ext cx="5471160" cy="576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9" name="G+D NCA Logo">
            <a:extLst>
              <a:ext uri="{FF2B5EF4-FFF2-40B4-BE49-F238E27FC236}">
                <a16:creationId xmlns:a16="http://schemas.microsoft.com/office/drawing/2014/main" id="{D0BFF553-0329-D5AF-9FCF-E642D8457C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1867" y="4833551"/>
            <a:ext cx="1224000" cy="1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586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8" orient="horz" pos="577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817D51D-1B1C-341F-9462-F7D19697078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572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mk-MK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4B41FA1-6E79-4CA5-BDEF-AB4DA7FD36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52975" y="195263"/>
            <a:ext cx="4210050" cy="4502150"/>
          </a:xfrm>
        </p:spPr>
        <p:txBody>
          <a:bodyPr l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lang="de-DE" sz="1600" kern="1200" dirty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20000"/>
              </a:lnSpc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20000"/>
              </a:lnSpc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20000"/>
              </a:lnSpc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2537E2D-E832-ED99-DCD1-7A977C648C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42266" y="4752000"/>
            <a:ext cx="419867" cy="2664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D3847D-0559-48C4-894F-E12326BFB22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+D NCA Logo">
            <a:extLst>
              <a:ext uri="{FF2B5EF4-FFF2-40B4-BE49-F238E27FC236}">
                <a16:creationId xmlns:a16="http://schemas.microsoft.com/office/drawing/2014/main" id="{ECD02B92-2099-B6EB-AAAE-003959831C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388" y="4833549"/>
            <a:ext cx="1224000" cy="18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685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8" orient="horz" pos="57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195264"/>
            <a:ext cx="8237221" cy="576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ts val="2800"/>
              </a:lnSpc>
              <a:spcAft>
                <a:spcPct val="0"/>
              </a:spcAft>
            </a:pPr>
            <a:r>
              <a:rPr lang="en-US"/>
              <a:t>Click to edit Master title style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8542266" y="4752000"/>
            <a:ext cx="419867" cy="2664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E1D3847D-0559-48C4-894F-E12326BFB226}" type="slidenum">
              <a:rPr lang="mk-MK" smtClean="0"/>
              <a:pPr/>
              <a:t>‹#›</a:t>
            </a:fld>
            <a:endParaRPr lang="mk-MK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765300" y="4752000"/>
            <a:ext cx="5613400" cy="266400"/>
          </a:xfrm>
          <a:prstGeom prst="rect">
            <a:avLst/>
          </a:prstGeom>
        </p:spPr>
        <p:txBody>
          <a:bodyPr vert="horz" wrap="none" lIns="0" tIns="0" rIns="0" bIns="36000" rtlCol="0" anchor="b" anchorCtr="1"/>
          <a:lstStyle>
            <a:lvl1pPr algn="l">
              <a:defRPr kumimoji="0" lang="en-US" sz="1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57199" y="1131888"/>
            <a:ext cx="8237221" cy="35639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024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63" r:id="rId2"/>
    <p:sldLayoutId id="2147483769" r:id="rId3"/>
    <p:sldLayoutId id="2147483777" r:id="rId4"/>
    <p:sldLayoutId id="2147483675" r:id="rId5"/>
    <p:sldLayoutId id="2147483713" r:id="rId6"/>
    <p:sldLayoutId id="2147483726" r:id="rId7"/>
    <p:sldLayoutId id="2147483727" r:id="rId8"/>
    <p:sldLayoutId id="2147483715" r:id="rId9"/>
    <p:sldLayoutId id="2147483748" r:id="rId10"/>
    <p:sldLayoutId id="2147483716" r:id="rId11"/>
    <p:sldLayoutId id="2147483733" r:id="rId12"/>
    <p:sldLayoutId id="2147483730" r:id="rId13"/>
    <p:sldLayoutId id="2147483766" r:id="rId14"/>
    <p:sldLayoutId id="2147483683" r:id="rId15"/>
    <p:sldLayoutId id="2147483770" r:id="rId16"/>
    <p:sldLayoutId id="2147483756" r:id="rId17"/>
    <p:sldLayoutId id="2147483690" r:id="rId18"/>
    <p:sldLayoutId id="2147483762" r:id="rId19"/>
    <p:sldLayoutId id="2147483745" r:id="rId20"/>
    <p:sldLayoutId id="2147483684" r:id="rId21"/>
    <p:sldLayoutId id="2147483685" r:id="rId22"/>
    <p:sldLayoutId id="2147483719" r:id="rId23"/>
    <p:sldLayoutId id="2147483671" r:id="rId24"/>
    <p:sldLayoutId id="2147483744" r:id="rId25"/>
    <p:sldLayoutId id="2147483743" r:id="rId26"/>
    <p:sldLayoutId id="2147483742" r:id="rId27"/>
    <p:sldLayoutId id="2147483723" r:id="rId28"/>
    <p:sldLayoutId id="2147483676" r:id="rId29"/>
    <p:sldLayoutId id="2147483712" r:id="rId30"/>
    <p:sldLayoutId id="2147483749" r:id="rId31"/>
    <p:sldLayoutId id="2147483750" r:id="rId32"/>
    <p:sldLayoutId id="2147483752" r:id="rId33"/>
    <p:sldLayoutId id="2147483721" r:id="rId34"/>
    <p:sldLayoutId id="2147483746" r:id="rId35"/>
    <p:sldLayoutId id="2147483747" r:id="rId36"/>
    <p:sldLayoutId id="2147483771" r:id="rId37"/>
    <p:sldLayoutId id="2147483737" r:id="rId38"/>
    <p:sldLayoutId id="2147483772" r:id="rId39"/>
    <p:sldLayoutId id="2147483773" r:id="rId40"/>
    <p:sldLayoutId id="2147483775" r:id="rId41"/>
    <p:sldLayoutId id="2147483767" r:id="rId42"/>
    <p:sldLayoutId id="2147483765" r:id="rId43"/>
    <p:sldLayoutId id="2147483776" r:id="rId44"/>
  </p:sldLayoutIdLst>
  <p:transition>
    <p:fade/>
  </p:transition>
  <p:hf hdr="0" ftr="0" dt="0"/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lang="en-US" sz="2400" b="1" kern="1200" spc="0" baseline="0" dirty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3429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chemeClr val="accent2"/>
        </a:buClr>
        <a:buSzPct val="100000"/>
        <a:buFont typeface="Arial" panose="020B0604020202020204" pitchFamily="34" charset="0"/>
        <a:buChar char="•"/>
        <a:defRPr kumimoji="0" lang="en-US" sz="1600" b="0" i="0" u="none" strike="noStrike" kern="1200" cap="none" spc="0" normalizeH="0" baseline="0" smtClean="0">
          <a:ln>
            <a:noFill/>
          </a:ln>
          <a:solidFill>
            <a:schemeClr val="accent1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2900" indent="-342900" algn="l" defTabSz="342900" rtl="0" eaLnBrk="1" latinLnBrk="0" hangingPunct="1">
        <a:lnSpc>
          <a:spcPct val="100000"/>
        </a:lnSpc>
        <a:spcBef>
          <a:spcPts val="300"/>
        </a:spcBef>
        <a:buClr>
          <a:schemeClr val="accent2"/>
        </a:buClr>
        <a:buSzPct val="100000"/>
        <a:buFont typeface="Arial" panose="020B0604020202020204" pitchFamily="34" charset="0"/>
        <a:buChar char="•"/>
        <a:defRPr kumimoji="0" lang="en-US" sz="1400" b="0" i="0" u="none" strike="noStrike" kern="1200" cap="none" spc="0" normalizeH="0" baseline="0" smtClean="0">
          <a:ln>
            <a:noFill/>
          </a:ln>
          <a:solidFill>
            <a:schemeClr val="accent1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02900" indent="-342900" algn="l" defTabSz="342900" rtl="0" eaLnBrk="1" latinLnBrk="0" hangingPunct="1">
        <a:lnSpc>
          <a:spcPct val="100000"/>
        </a:lnSpc>
        <a:spcBef>
          <a:spcPts val="300"/>
        </a:spcBef>
        <a:buClr>
          <a:schemeClr val="accent2"/>
        </a:buClr>
        <a:buSzPct val="100000"/>
        <a:buFont typeface="Arial" panose="020B0604020202020204" pitchFamily="34" charset="0"/>
        <a:buChar char="•"/>
        <a:defRPr kumimoji="0" lang="en-US" sz="1300" b="0" i="0" u="none" strike="noStrike" kern="1200" cap="none" spc="0" normalizeH="0" baseline="0" smtClean="0">
          <a:ln>
            <a:noFill/>
          </a:ln>
          <a:solidFill>
            <a:schemeClr val="accent1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82900" indent="-342900" algn="l" defTabSz="342900" rtl="0" eaLnBrk="1" latinLnBrk="0" hangingPunct="1">
        <a:lnSpc>
          <a:spcPct val="100000"/>
        </a:lnSpc>
        <a:spcBef>
          <a:spcPts val="300"/>
        </a:spcBef>
        <a:buClr>
          <a:schemeClr val="accent2"/>
        </a:buClr>
        <a:buSzPct val="100000"/>
        <a:buFont typeface="Arial" panose="020B0604020202020204" pitchFamily="34" charset="0"/>
        <a:buChar char="•"/>
        <a:defRPr kumimoji="0" lang="en-US" sz="1200" b="0" i="0" u="none" strike="noStrike" kern="1200" cap="none" spc="0" normalizeH="0" baseline="0" smtClean="0">
          <a:ln>
            <a:noFill/>
          </a:ln>
          <a:solidFill>
            <a:schemeClr val="accent1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062900" indent="-342900" algn="l" defTabSz="342900" rtl="0" eaLnBrk="1" latinLnBrk="0" hangingPunct="1">
        <a:lnSpc>
          <a:spcPct val="100000"/>
        </a:lnSpc>
        <a:spcBef>
          <a:spcPts val="300"/>
        </a:spcBef>
        <a:buClr>
          <a:schemeClr val="accent2"/>
        </a:buClr>
        <a:buSzPct val="100000"/>
        <a:buFont typeface="Arial" panose="020B0604020202020204" pitchFamily="34" charset="0"/>
        <a:buChar char="•"/>
        <a:defRPr kumimoji="0" lang="en-US" sz="1200" b="0" i="0" u="none" strike="noStrike" kern="1200" cap="none" spc="0" normalizeH="0" baseline="0" dirty="0">
          <a:ln>
            <a:noFill/>
          </a:ln>
          <a:solidFill>
            <a:schemeClr val="accent1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080000" indent="-342900" algn="l" defTabSz="342900" rtl="0" eaLnBrk="1" latinLnBrk="0" hangingPunct="1">
        <a:lnSpc>
          <a:spcPct val="90000"/>
        </a:lnSpc>
        <a:spcBef>
          <a:spcPts val="500"/>
        </a:spcBef>
        <a:buFont typeface="Calibri Light" panose="020F030202020403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342900" algn="l" defTabSz="342900" rtl="0" eaLnBrk="1" latinLnBrk="0" hangingPunct="1">
        <a:lnSpc>
          <a:spcPct val="90000"/>
        </a:lnSpc>
        <a:spcBef>
          <a:spcPts val="500"/>
        </a:spcBef>
        <a:buFont typeface="Calibri Light" panose="020F030202020403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440000" indent="-342900" algn="l" defTabSz="342900" rtl="0" eaLnBrk="1" latinLnBrk="0" hangingPunct="1">
        <a:lnSpc>
          <a:spcPct val="90000"/>
        </a:lnSpc>
        <a:spcBef>
          <a:spcPts val="500"/>
        </a:spcBef>
        <a:buFont typeface="Calibri Light" panose="020F030202020403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620000" indent="-342900" algn="l" defTabSz="342900" rtl="0" eaLnBrk="1" latinLnBrk="0" hangingPunct="1">
        <a:lnSpc>
          <a:spcPct val="90000"/>
        </a:lnSpc>
        <a:spcBef>
          <a:spcPts val="500"/>
        </a:spcBef>
        <a:buFont typeface="Calibri Light" panose="020F030202020403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229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029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8829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629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algn="l" defTabSz="3429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pos="113" userDrawn="1">
          <p15:clr>
            <a:srgbClr val="F26B43"/>
          </p15:clr>
        </p15:guide>
        <p15:guide id="4" pos="5647" userDrawn="1">
          <p15:clr>
            <a:srgbClr val="F26B43"/>
          </p15:clr>
        </p15:guide>
        <p15:guide id="5" orient="horz" pos="123" userDrawn="1">
          <p15:clr>
            <a:srgbClr val="F26B43"/>
          </p15:clr>
        </p15:guide>
        <p15:guide id="6" orient="horz" pos="486" userDrawn="1">
          <p15:clr>
            <a:srgbClr val="F26B43"/>
          </p15:clr>
        </p15:guide>
        <p15:guide id="7" orient="horz" pos="713" userDrawn="1">
          <p15:clr>
            <a:srgbClr val="F26B43"/>
          </p15:clr>
        </p15:guide>
        <p15:guide id="8" orient="horz" pos="2958" userDrawn="1">
          <p15:clr>
            <a:srgbClr val="F26B43"/>
          </p15:clr>
        </p15:guide>
        <p15:guide id="9" orient="horz" pos="3162" userDrawn="1">
          <p15:clr>
            <a:srgbClr val="F26B43"/>
          </p15:clr>
        </p15:guide>
        <p15:guide id="10" orient="horz" pos="3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E7C779B0-B875-6610-B224-289E4ECD8491}"/>
              </a:ext>
            </a:extLst>
          </p:cNvPr>
          <p:cNvSpPr/>
          <p:nvPr/>
        </p:nvSpPr>
        <p:spPr>
          <a:xfrm>
            <a:off x="3279146" y="3337182"/>
            <a:ext cx="2808001" cy="1404000"/>
          </a:xfrm>
          <a:prstGeom prst="roundRect">
            <a:avLst>
              <a:gd name="adj" fmla="val 5861"/>
            </a:avLst>
          </a:prstGeom>
          <a:noFill/>
          <a:ln w="19050">
            <a:solidFill>
              <a:srgbClr val="E1A6B4"/>
            </a:solidFill>
          </a:ln>
          <a:effectLst>
            <a:outerShdw blurRad="88900" dist="76200" dir="5400000" sx="98000" sy="98000" algn="ctr" rotWithShape="0">
              <a:schemeClr val="accent2">
                <a:alpha val="20000"/>
              </a:scheme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de-DE" sz="1400" spc="-20" dirty="0"/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35FE3849-2641-F243-86A8-23FDA57BCDF4}"/>
              </a:ext>
            </a:extLst>
          </p:cNvPr>
          <p:cNvSpPr/>
          <p:nvPr/>
        </p:nvSpPr>
        <p:spPr>
          <a:xfrm>
            <a:off x="6405018" y="957274"/>
            <a:ext cx="2342945" cy="3725219"/>
          </a:xfrm>
          <a:prstGeom prst="roundRect">
            <a:avLst>
              <a:gd name="adj" fmla="val 586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88900" dist="76200" dir="5400000" sx="98000" sy="98000" algn="ctr" rotWithShape="0">
              <a:srgbClr val="000000">
                <a:alpha val="20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de-DE" sz="1400" spc="-20" dirty="0"/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A88DA939-6ED2-2BD0-D0D1-CA267A1842BA}"/>
              </a:ext>
            </a:extLst>
          </p:cNvPr>
          <p:cNvSpPr/>
          <p:nvPr/>
        </p:nvSpPr>
        <p:spPr>
          <a:xfrm>
            <a:off x="327148" y="991498"/>
            <a:ext cx="5760000" cy="2237839"/>
          </a:xfrm>
          <a:prstGeom prst="roundRect">
            <a:avLst>
              <a:gd name="adj" fmla="val 586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de-DE" sz="1400" spc="-2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EC419CC-10E8-5A32-52EE-F04F9B238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D3847D-0559-48C4-894F-E12326BFB226}" type="slidenum">
              <a:rPr lang="en-US" noProof="0" smtClean="0"/>
              <a:pPr/>
              <a:t>1</a:t>
            </a:fld>
            <a:endParaRPr lang="en-US" noProof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15D724F-055C-FE36-FE3F-8D1CE101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{{title}}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D955508-B287-2F03-A958-F65A812F94F8}"/>
              </a:ext>
            </a:extLst>
          </p:cNvPr>
          <p:cNvSpPr/>
          <p:nvPr/>
        </p:nvSpPr>
        <p:spPr>
          <a:xfrm>
            <a:off x="7078819" y="1039905"/>
            <a:ext cx="1135874" cy="825951"/>
          </a:xfrm>
          <a:prstGeom prst="roundRect">
            <a:avLst>
              <a:gd name="adj" fmla="val 37757"/>
            </a:avLst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r>
              <a:rPr lang="de-DE" sz="1400" b="1" spc="-20" dirty="0">
                <a:solidFill>
                  <a:schemeClr val="accent1"/>
                </a:solidFill>
              </a:rPr>
              <a:t>{{score}}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AB7DCFE-2EC6-6894-A6F2-2F3B9713CDD9}"/>
              </a:ext>
            </a:extLst>
          </p:cNvPr>
          <p:cNvSpPr txBox="1"/>
          <p:nvPr/>
        </p:nvSpPr>
        <p:spPr>
          <a:xfrm>
            <a:off x="842871" y="3351294"/>
            <a:ext cx="2288930" cy="13397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285750" algn="l"/>
            <a:r>
              <a:rPr lang="en-US" sz="1200" b="1" dirty="0">
                <a:solidFill>
                  <a:schemeClr val="bg1"/>
                </a:solidFill>
              </a:rPr>
              <a:t>Chances</a:t>
            </a:r>
            <a:endParaRPr lang="en-US" sz="1200" dirty="0">
              <a:solidFill>
                <a:schemeClr val="bg1"/>
              </a:solidFill>
            </a:endParaRPr>
          </a:p>
          <a:p>
            <a:pPr indent="-285750" algn="l"/>
            <a:endParaRPr lang="mk-MK" sz="600" dirty="0">
              <a:solidFill>
                <a:schemeClr val="bg1"/>
              </a:solidFill>
            </a:endParaRPr>
          </a:p>
          <a:p>
            <a:pPr marL="179388" indent="-179388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bg1"/>
                </a:solidFill>
              </a:rPr>
              <a:t>{{chances}}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607C7C2E-1DE1-2822-0022-FBB9C74D1AD4}"/>
              </a:ext>
            </a:extLst>
          </p:cNvPr>
          <p:cNvSpPr txBox="1"/>
          <p:nvPr/>
        </p:nvSpPr>
        <p:spPr>
          <a:xfrm>
            <a:off x="3736362" y="3414369"/>
            <a:ext cx="2350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 algn="l"/>
            <a:r>
              <a:rPr lang="en-US" sz="1200" b="1" dirty="0">
                <a:solidFill>
                  <a:schemeClr val="bg1"/>
                </a:solidFill>
              </a:rPr>
              <a:t>Risks</a:t>
            </a:r>
            <a:endParaRPr lang="en-US" sz="1200" dirty="0">
              <a:solidFill>
                <a:schemeClr val="bg1"/>
              </a:solidFill>
            </a:endParaRPr>
          </a:p>
          <a:p>
            <a:pPr indent="-285750" algn="l"/>
            <a:endParaRPr lang="mk-MK" sz="600" dirty="0">
              <a:solidFill>
                <a:schemeClr val="bg1"/>
              </a:solidFill>
            </a:endParaRPr>
          </a:p>
          <a:p>
            <a:pPr marL="179388" indent="-179388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bg1"/>
                </a:solidFill>
              </a:rPr>
              <a:t>{{risks}}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FE840DFA-E0DB-E5D8-7094-85B7A704C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27754" y="3392796"/>
            <a:ext cx="360000" cy="360000"/>
          </a:xfrm>
          <a:prstGeom prst="rect">
            <a:avLst/>
          </a:prstGeom>
        </p:spPr>
      </p:pic>
      <p:sp>
        <p:nvSpPr>
          <p:cNvPr id="28" name="TextBox 6">
            <a:extLst>
              <a:ext uri="{FF2B5EF4-FFF2-40B4-BE49-F238E27FC236}">
                <a16:creationId xmlns:a16="http://schemas.microsoft.com/office/drawing/2014/main" id="{DE8AD0B0-5702-56C4-EA3D-CC7418647BEA}"/>
              </a:ext>
            </a:extLst>
          </p:cNvPr>
          <p:cNvSpPr txBox="1"/>
          <p:nvPr/>
        </p:nvSpPr>
        <p:spPr>
          <a:xfrm>
            <a:off x="391801" y="1023644"/>
            <a:ext cx="4786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 algn="l"/>
            <a:r>
              <a:rPr lang="en-US" sz="1200" b="1" dirty="0">
                <a:solidFill>
                  <a:schemeClr val="accent2"/>
                </a:solidFill>
              </a:rPr>
              <a:t>Management summary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60D35586-6CCD-AF6C-76AE-CE1A1465E80D}"/>
              </a:ext>
            </a:extLst>
          </p:cNvPr>
          <p:cNvSpPr/>
          <p:nvPr/>
        </p:nvSpPr>
        <p:spPr>
          <a:xfrm>
            <a:off x="6695524" y="297031"/>
            <a:ext cx="597005" cy="2848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de-DE" sz="1400" spc="-20" dirty="0"/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448584F0-D294-CB8A-9890-A177DFF7D46B}"/>
              </a:ext>
            </a:extLst>
          </p:cNvPr>
          <p:cNvSpPr/>
          <p:nvPr/>
        </p:nvSpPr>
        <p:spPr>
          <a:xfrm>
            <a:off x="327148" y="3337182"/>
            <a:ext cx="2804653" cy="1402962"/>
          </a:xfrm>
          <a:prstGeom prst="roundRect">
            <a:avLst>
              <a:gd name="adj" fmla="val 5861"/>
            </a:avLst>
          </a:prstGeom>
          <a:noFill/>
          <a:ln w="19050">
            <a:solidFill>
              <a:srgbClr val="00C167"/>
            </a:solidFill>
          </a:ln>
          <a:effectLst>
            <a:outerShdw blurRad="88900" dist="76200" dir="5400000" sx="98000" sy="98000" algn="ctr" rotWithShape="0">
              <a:schemeClr val="accent2">
                <a:alpha val="20000"/>
              </a:scheme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endParaRPr lang="de-DE" sz="1400" spc="-20" dirty="0"/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3E3190B0-247D-FE34-D851-0636DFC14FF6}"/>
              </a:ext>
            </a:extLst>
          </p:cNvPr>
          <p:cNvSpPr/>
          <p:nvPr/>
        </p:nvSpPr>
        <p:spPr>
          <a:xfrm>
            <a:off x="6405018" y="403878"/>
            <a:ext cx="2266543" cy="288000"/>
          </a:xfrm>
          <a:prstGeom prst="roundRect">
            <a:avLst>
              <a:gd name="adj" fmla="val 29477"/>
            </a:avLst>
          </a:prstGeom>
          <a:noFill/>
          <a:ln w="19050">
            <a:solidFill>
              <a:schemeClr val="accent2"/>
            </a:solidFill>
          </a:ln>
          <a:effectLst>
            <a:outerShdw blurRad="88900" dist="76200" dir="5400000" sx="98000" sy="98000" algn="ctr" rotWithShape="0">
              <a:schemeClr val="accent2">
                <a:alpha val="20000"/>
              </a:scheme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r>
              <a:rPr lang="de-DE" sz="1400" spc="-20" dirty="0">
                <a:solidFill>
                  <a:schemeClr val="accent2"/>
                </a:solidFill>
              </a:rPr>
              <a:t>{{</a:t>
            </a:r>
            <a:r>
              <a:rPr lang="de-DE" sz="1400" spc="-20" dirty="0" err="1">
                <a:solidFill>
                  <a:schemeClr val="accent2"/>
                </a:solidFill>
              </a:rPr>
              <a:t>category</a:t>
            </a:r>
            <a:r>
              <a:rPr lang="de-DE" sz="1400" spc="-20" dirty="0">
                <a:solidFill>
                  <a:schemeClr val="accent2"/>
                </a:solidFill>
              </a:rPr>
              <a:t>}}</a:t>
            </a:r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FFE5BDCC-552D-7D6E-A800-4D06A8C95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7463" y="3392796"/>
            <a:ext cx="335094" cy="360000"/>
          </a:xfrm>
          <a:prstGeom prst="rect">
            <a:avLst/>
          </a:prstGeom>
        </p:spPr>
      </p:pic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AA95B01E-8159-2118-CCA5-F5799A1E17A0}"/>
              </a:ext>
            </a:extLst>
          </p:cNvPr>
          <p:cNvSpPr/>
          <p:nvPr/>
        </p:nvSpPr>
        <p:spPr>
          <a:xfrm>
            <a:off x="6511997" y="2268792"/>
            <a:ext cx="2176142" cy="288000"/>
          </a:xfrm>
          <a:prstGeom prst="roundRect">
            <a:avLst>
              <a:gd name="adj" fmla="val 29477"/>
            </a:avLst>
          </a:prstGeom>
          <a:noFill/>
          <a:ln w="19050">
            <a:solidFill>
              <a:schemeClr val="accent2"/>
            </a:solidFill>
          </a:ln>
          <a:effectLst>
            <a:outerShdw blurRad="88900" dist="76200" dir="5400000" sx="98000" sy="98000" algn="ctr" rotWithShape="0">
              <a:schemeClr val="accent2">
                <a:alpha val="20000"/>
              </a:scheme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285750" algn="ctr"/>
            <a:r>
              <a:rPr lang="de-DE" sz="1400" spc="-20" dirty="0">
                <a:solidFill>
                  <a:schemeClr val="accent2"/>
                </a:solidFill>
              </a:rPr>
              <a:t>{{</a:t>
            </a:r>
            <a:r>
              <a:rPr lang="de-DE" sz="1400" spc="-20" dirty="0" err="1">
                <a:solidFill>
                  <a:schemeClr val="accent2"/>
                </a:solidFill>
              </a:rPr>
              <a:t>priority</a:t>
            </a:r>
            <a:r>
              <a:rPr lang="de-DE" sz="1400" spc="-20" dirty="0">
                <a:solidFill>
                  <a:schemeClr val="accent2"/>
                </a:solidFill>
              </a:rPr>
              <a:t>}}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E956043C-6EFB-82F3-A64D-446323AB0D98}"/>
              </a:ext>
            </a:extLst>
          </p:cNvPr>
          <p:cNvCxnSpPr>
            <a:cxnSpLocks/>
          </p:cNvCxnSpPr>
          <p:nvPr/>
        </p:nvCxnSpPr>
        <p:spPr>
          <a:xfrm>
            <a:off x="6532716" y="2117974"/>
            <a:ext cx="2127178" cy="0"/>
          </a:xfrm>
          <a:prstGeom prst="line">
            <a:avLst/>
          </a:prstGeom>
          <a:ln w="3175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43304B6-A030-DF38-857D-287DB35B5F00}"/>
              </a:ext>
            </a:extLst>
          </p:cNvPr>
          <p:cNvCxnSpPr>
            <a:cxnSpLocks/>
          </p:cNvCxnSpPr>
          <p:nvPr/>
        </p:nvCxnSpPr>
        <p:spPr>
          <a:xfrm>
            <a:off x="6559622" y="2776695"/>
            <a:ext cx="2127178" cy="0"/>
          </a:xfrm>
          <a:prstGeom prst="line">
            <a:avLst/>
          </a:prstGeom>
          <a:ln w="3175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98DEF3B4-80F4-FB7A-5C08-580DE2D93428}"/>
              </a:ext>
            </a:extLst>
          </p:cNvPr>
          <p:cNvCxnSpPr>
            <a:cxnSpLocks/>
          </p:cNvCxnSpPr>
          <p:nvPr/>
        </p:nvCxnSpPr>
        <p:spPr>
          <a:xfrm>
            <a:off x="6559622" y="4092876"/>
            <a:ext cx="2127178" cy="0"/>
          </a:xfrm>
          <a:prstGeom prst="line">
            <a:avLst/>
          </a:prstGeom>
          <a:ln w="3175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6">
            <a:extLst>
              <a:ext uri="{FF2B5EF4-FFF2-40B4-BE49-F238E27FC236}">
                <a16:creationId xmlns:a16="http://schemas.microsoft.com/office/drawing/2014/main" id="{E88E7981-492D-A619-8ED8-19025D4DFE0F}"/>
              </a:ext>
            </a:extLst>
          </p:cNvPr>
          <p:cNvSpPr txBox="1"/>
          <p:nvPr/>
        </p:nvSpPr>
        <p:spPr>
          <a:xfrm>
            <a:off x="6511997" y="4092876"/>
            <a:ext cx="2127178" cy="680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285750" algn="l"/>
            <a:r>
              <a:rPr lang="en-US" sz="1050" dirty="0">
                <a:solidFill>
                  <a:schemeClr val="bg1"/>
                </a:solidFill>
              </a:rPr>
              <a:t>Time horizon</a:t>
            </a:r>
          </a:p>
          <a:p>
            <a:pPr indent="-285750" algn="l"/>
            <a:endParaRPr lang="mk-MK" sz="600" dirty="0">
              <a:solidFill>
                <a:schemeClr val="bg1"/>
              </a:solidFill>
            </a:endParaRPr>
          </a:p>
          <a:p>
            <a:pPr marL="179388" indent="-179388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bg1"/>
                </a:solidFill>
              </a:rPr>
              <a:t>{{</a:t>
            </a:r>
            <a:r>
              <a:rPr lang="en-US" sz="1000" dirty="0" err="1">
                <a:solidFill>
                  <a:schemeClr val="bg1"/>
                </a:solidFill>
              </a:rPr>
              <a:t>time_horizon</a:t>
            </a:r>
            <a:r>
              <a:rPr lang="en-US" sz="1000" dirty="0">
                <a:solidFill>
                  <a:schemeClr val="bg1"/>
                </a:solidFill>
              </a:rPr>
              <a:t>}}</a:t>
            </a:r>
          </a:p>
        </p:txBody>
      </p:sp>
      <p:sp>
        <p:nvSpPr>
          <p:cNvPr id="56" name="TextBox 6">
            <a:extLst>
              <a:ext uri="{FF2B5EF4-FFF2-40B4-BE49-F238E27FC236}">
                <a16:creationId xmlns:a16="http://schemas.microsoft.com/office/drawing/2014/main" id="{07189C78-B302-830B-082A-6812509D594C}"/>
              </a:ext>
            </a:extLst>
          </p:cNvPr>
          <p:cNvSpPr txBox="1"/>
          <p:nvPr/>
        </p:nvSpPr>
        <p:spPr>
          <a:xfrm>
            <a:off x="391801" y="1314756"/>
            <a:ext cx="5608476" cy="181385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9388" indent="-179388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bg1"/>
                </a:solidFill>
              </a:rPr>
              <a:t>{{</a:t>
            </a:r>
            <a:r>
              <a:rPr lang="en-US" sz="1000" dirty="0" err="1">
                <a:solidFill>
                  <a:schemeClr val="bg1"/>
                </a:solidFill>
              </a:rPr>
              <a:t>management_summary:summary</a:t>
            </a:r>
            <a:r>
              <a:rPr lang="en-US" sz="1000" dirty="0">
                <a:solidFill>
                  <a:schemeClr val="bg1"/>
                </a:solidFill>
              </a:rPr>
              <a:t>}}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7DE6DC45-5599-C70D-C6C2-FB08C17F6233}"/>
              </a:ext>
            </a:extLst>
          </p:cNvPr>
          <p:cNvSpPr txBox="1"/>
          <p:nvPr/>
        </p:nvSpPr>
        <p:spPr>
          <a:xfrm>
            <a:off x="6538900" y="2835379"/>
            <a:ext cx="2127178" cy="11857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285750" algn="l"/>
            <a:r>
              <a:rPr lang="en-US" sz="1050" dirty="0" err="1">
                <a:solidFill>
                  <a:schemeClr val="bg1"/>
                </a:solidFill>
              </a:rPr>
              <a:t>Reccomendations</a:t>
            </a:r>
            <a:endParaRPr lang="en-US" sz="1050" dirty="0">
              <a:solidFill>
                <a:schemeClr val="bg1"/>
              </a:solidFill>
            </a:endParaRPr>
          </a:p>
          <a:p>
            <a:pPr indent="-285750" algn="l"/>
            <a:endParaRPr lang="mk-MK" sz="600" dirty="0">
              <a:solidFill>
                <a:schemeClr val="bg1"/>
              </a:solidFill>
            </a:endParaRPr>
          </a:p>
          <a:p>
            <a:pPr marL="179388" indent="-179388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bg1"/>
                </a:solidFill>
              </a:rPr>
              <a:t>{{</a:t>
            </a:r>
            <a:r>
              <a:rPr lang="en-US" sz="1000" dirty="0" err="1">
                <a:solidFill>
                  <a:schemeClr val="bg1"/>
                </a:solidFill>
              </a:rPr>
              <a:t>course_of_action</a:t>
            </a:r>
            <a:r>
              <a:rPr lang="en-US" sz="1000" dirty="0">
                <a:solidFill>
                  <a:schemeClr val="bg1"/>
                </a:solidFill>
              </a:rPr>
              <a:t>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D50FE-7760-370F-DB38-7022C33F0F10}"/>
              </a:ext>
            </a:extLst>
          </p:cNvPr>
          <p:cNvSpPr txBox="1"/>
          <p:nvPr/>
        </p:nvSpPr>
        <p:spPr>
          <a:xfrm rot="16200000">
            <a:off x="6104071" y="1465077"/>
            <a:ext cx="10983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ctr"/>
            <a:r>
              <a:rPr lang="de-DE" sz="800" b="1" spc="-20" dirty="0">
                <a:solidFill>
                  <a:schemeClr val="accent2"/>
                </a:solidFill>
              </a:rPr>
              <a:t>Topic score</a:t>
            </a:r>
            <a:endParaRPr lang="de-DE" sz="4800" b="1" spc="-2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04389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L_SwEVkJS.Cpe.ckl5X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L_SwEVkJS.Cpe.ckl5X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L_SwEVkJS.Cpe.ckl5XQ"/>
</p:tagLst>
</file>

<file path=ppt/theme/theme1.xml><?xml version="1.0" encoding="utf-8"?>
<a:theme xmlns:a="http://schemas.openxmlformats.org/drawingml/2006/main" name="G+D NCA 2025">
  <a:themeElements>
    <a:clrScheme name="G+D NCA 2025">
      <a:dk1>
        <a:srgbClr val="000000"/>
      </a:dk1>
      <a:lt1>
        <a:srgbClr val="FFFFFF"/>
      </a:lt1>
      <a:dk2>
        <a:srgbClr val="5C5C5F"/>
      </a:dk2>
      <a:lt2>
        <a:srgbClr val="D7D7D8"/>
      </a:lt2>
      <a:accent1>
        <a:srgbClr val="040066"/>
      </a:accent1>
      <a:accent2>
        <a:srgbClr val="00D4FF"/>
      </a:accent2>
      <a:accent3>
        <a:srgbClr val="822FAA"/>
      </a:accent3>
      <a:accent4>
        <a:srgbClr val="FF872A"/>
      </a:accent4>
      <a:accent5>
        <a:srgbClr val="FFD81D"/>
      </a:accent5>
      <a:accent6>
        <a:srgbClr val="00C167"/>
      </a:accent6>
      <a:hlink>
        <a:srgbClr val="6A8CB4"/>
      </a:hlink>
      <a:folHlink>
        <a:srgbClr val="B38386"/>
      </a:folHlink>
    </a:clrScheme>
    <a:fontScheme name="G+D NCA 202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NCA 2017 Styl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0" cap="flat" cmpd="sng" algn="ctr">
          <a:solidFill>
            <a:schemeClr val="phClr">
              <a:shade val="95000"/>
              <a:alpha val="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indent="-285750" algn="ctr">
          <a:defRPr sz="1400" spc="-2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indent="-285750" algn="l">
          <a:defRPr sz="1200" spc="-2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CA-Repository-2026-04-16" id="{9867F15D-DF69-4673-B2DA-94F77AAA37E3}" vid="{C876A1C4-6173-494C-8E92-12DFD782D7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8D0DA817331A46BEBF19BFD412D54B" ma:contentTypeVersion="7" ma:contentTypeDescription="Create a new document." ma:contentTypeScope="" ma:versionID="2b3c9eef965a1a1108b33b530da5cd01">
  <xsd:schema xmlns:xsd="http://www.w3.org/2001/XMLSchema" xmlns:xs="http://www.w3.org/2001/XMLSchema" xmlns:p="http://schemas.microsoft.com/office/2006/metadata/properties" xmlns:ns2="28946245-912e-4bd2-8e3f-49eee84def62" targetNamespace="http://schemas.microsoft.com/office/2006/metadata/properties" ma:root="true" ma:fieldsID="6635b0436c48932f2f730d18d3fa5acb" ns2:_="">
    <xsd:import namespace="28946245-912e-4bd2-8e3f-49eee84def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46245-912e-4bd2-8e3f-49eee84def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33729E-FFD6-4DC7-8C71-E5775EFF9C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B35544-B803-40B6-9430-4B3FAAF1F20F}">
  <ds:schemaRefs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676d158c-b7ea-4b8c-ac13-0054087b3e8b"/>
    <ds:schemaRef ds:uri="cf594bf8-f39a-47bd-8523-36180a76e3a3"/>
  </ds:schemaRefs>
</ds:datastoreItem>
</file>

<file path=customXml/itemProps3.xml><?xml version="1.0" encoding="utf-8"?>
<ds:datastoreItem xmlns:ds="http://schemas.openxmlformats.org/officeDocument/2006/customXml" ds:itemID="{3165401D-D7DD-4231-A398-56CA24BDB5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946245-912e-4bd2-8e3f-49eee84def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27a0edb-e419-442c-846c-0d33edcc7f8e}" enabled="1" method="Privileged" siteId="{d0b03992-4b8c-472f-9330-11dda7c8e25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NCA-Repository</Template>
  <TotalTime>3</TotalTime>
  <Words>48</Words>
  <Application>Microsoft Macintosh PowerPoint</Application>
  <PresentationFormat>On-screen Show (16:9)</PresentationFormat>
  <Paragraphs>21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G+D NCA 2025</vt:lpstr>
      <vt:lpstr>think-cell Slide</vt:lpstr>
      <vt:lpstr>{{title}}</vt:lpstr>
    </vt:vector>
  </TitlesOfParts>
  <Company>Netcetera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Micaëla Raschle Grand</dc:creator>
  <cp:lastModifiedBy>Huck.Christoph</cp:lastModifiedBy>
  <cp:revision>6</cp:revision>
  <dcterms:created xsi:type="dcterms:W3CDTF">2026-04-17T11:58:41Z</dcterms:created>
  <dcterms:modified xsi:type="dcterms:W3CDTF">2026-05-06T08:20:13Z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979f475-3e3a-439c-8907-9b1d6bd96750_Enabled">
    <vt:lpwstr>true</vt:lpwstr>
  </property>
  <property fmtid="{D5CDD505-2E9C-101B-9397-08002B2CF9AE}" pid="3" name="MSIP_Label_2979f475-3e3a-439c-8907-9b1d6bd96750_SetDate">
    <vt:lpwstr>2023-08-16T07:54:46Z</vt:lpwstr>
  </property>
  <property fmtid="{D5CDD505-2E9C-101B-9397-08002B2CF9AE}" pid="4" name="MSIP_Label_2979f475-3e3a-439c-8907-9b1d6bd96750_Method">
    <vt:lpwstr>Privileged</vt:lpwstr>
  </property>
  <property fmtid="{D5CDD505-2E9C-101B-9397-08002B2CF9AE}" pid="5" name="MSIP_Label_2979f475-3e3a-439c-8907-9b1d6bd96750_Name">
    <vt:lpwstr>Internal</vt:lpwstr>
  </property>
  <property fmtid="{D5CDD505-2E9C-101B-9397-08002B2CF9AE}" pid="6" name="MSIP_Label_2979f475-3e3a-439c-8907-9b1d6bd96750_SiteId">
    <vt:lpwstr>d0b03992-4b8c-472f-9330-11dda7c8e259</vt:lpwstr>
  </property>
  <property fmtid="{D5CDD505-2E9C-101B-9397-08002B2CF9AE}" pid="7" name="MSIP_Label_2979f475-3e3a-439c-8907-9b1d6bd96750_ActionId">
    <vt:lpwstr>1a3e8ee5-4712-4707-8853-6e5068f6162e</vt:lpwstr>
  </property>
  <property fmtid="{D5CDD505-2E9C-101B-9397-08002B2CF9AE}" pid="8" name="MSIP_Label_2979f475-3e3a-439c-8907-9b1d6bd96750_ContentBits">
    <vt:lpwstr>0</vt:lpwstr>
  </property>
  <property fmtid="{D5CDD505-2E9C-101B-9397-08002B2CF9AE}" pid="9" name="ContentTypeId">
    <vt:lpwstr>0x010100868D0DA817331A46BEBF19BFD412D54B</vt:lpwstr>
  </property>
</Properties>
</file>